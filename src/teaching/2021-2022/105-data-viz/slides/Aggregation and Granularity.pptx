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ppt/tags/tag4.xml" ContentType="application/vnd.openxmlformats-officedocument.presentationml.tags+xml"/>
  <Override PartName="/ppt/notesSlides/notesSlide3.xml" ContentType="application/vnd.openxmlformats-officedocument.presentationml.notesSlide+xml"/>
  <Override PartName="/ppt/tags/tag5.xml" ContentType="application/vnd.openxmlformats-officedocument.presentationml.tags+xml"/>
  <Override PartName="/ppt/notesSlides/notesSlide4.xml" ContentType="application/vnd.openxmlformats-officedocument.presentationml.notesSlide+xml"/>
  <Override PartName="/ppt/tags/tag6.xml" ContentType="application/vnd.openxmlformats-officedocument.presentationml.tags+xml"/>
  <Override PartName="/ppt/notesSlides/notesSlide5.xml" ContentType="application/vnd.openxmlformats-officedocument.presentationml.notesSlide+xml"/>
  <Override PartName="/ppt/tags/tag7.xml" ContentType="application/vnd.openxmlformats-officedocument.presentationml.tags+xml"/>
  <Override PartName="/ppt/notesSlides/notesSlide6.xml" ContentType="application/vnd.openxmlformats-officedocument.presentationml.notesSlide+xml"/>
  <Override PartName="/ppt/tags/tag8.xml" ContentType="application/vnd.openxmlformats-officedocument.presentationml.tags+xml"/>
  <Override PartName="/ppt/notesSlides/notesSlide7.xml" ContentType="application/vnd.openxmlformats-officedocument.presentationml.notesSlide+xml"/>
  <Override PartName="/ppt/tags/tag9.xml" ContentType="application/vnd.openxmlformats-officedocument.presentationml.tags+xml"/>
  <Override PartName="/ppt/notesSlides/notesSlide8.xml" ContentType="application/vnd.openxmlformats-officedocument.presentationml.notesSlide+xml"/>
  <Override PartName="/ppt/tags/tag10.xml" ContentType="application/vnd.openxmlformats-officedocument.presentationml.tags+xml"/>
  <Override PartName="/ppt/notesSlides/notesSlide9.xml" ContentType="application/vnd.openxmlformats-officedocument.presentationml.notesSlide+xml"/>
  <Override PartName="/ppt/tags/tag11.xml" ContentType="application/vnd.openxmlformats-officedocument.presentationml.tags+xml"/>
  <Override PartName="/ppt/notesSlides/notesSlide10.xml" ContentType="application/vnd.openxmlformats-officedocument.presentationml.notesSlide+xml"/>
  <Override PartName="/ppt/tags/tag12.xml" ContentType="application/vnd.openxmlformats-officedocument.presentationml.tags+xml"/>
  <Override PartName="/ppt/notesSlides/notesSlide11.xml" ContentType="application/vnd.openxmlformats-officedocument.presentationml.notesSlide+xml"/>
  <Override PartName="/ppt/tags/tag13.xml" ContentType="application/vnd.openxmlformats-officedocument.presentationml.tags+xml"/>
  <Override PartName="/ppt/notesSlides/notesSlide12.xml" ContentType="application/vnd.openxmlformats-officedocument.presentationml.notesSlide+xml"/>
  <Override PartName="/ppt/tags/tag14.xml" ContentType="application/vnd.openxmlformats-officedocument.presentationml.tags+xml"/>
  <Override PartName="/ppt/notesSlides/notesSlide13.xml" ContentType="application/vnd.openxmlformats-officedocument.presentationml.notesSlide+xml"/>
  <Override PartName="/ppt/tags/tag15.xml" ContentType="application/vnd.openxmlformats-officedocument.presentationml.tags+xml"/>
  <Override PartName="/ppt/notesSlides/notesSlide14.xml" ContentType="application/vnd.openxmlformats-officedocument.presentationml.notesSlide+xml"/>
  <Override PartName="/ppt/tags/tag16.xml" ContentType="application/vnd.openxmlformats-officedocument.presentationml.tags+xml"/>
  <Override PartName="/ppt/notesSlides/notesSlide15.xml" ContentType="application/vnd.openxmlformats-officedocument.presentationml.notesSlide+xml"/>
  <Override PartName="/ppt/tags/tag17.xml" ContentType="application/vnd.openxmlformats-officedocument.presentationml.tags+xml"/>
  <Override PartName="/ppt/notesSlides/notesSlide16.xml" ContentType="application/vnd.openxmlformats-officedocument.presentationml.notesSlide+xml"/>
  <Override PartName="/ppt/tags/tag18.xml" ContentType="application/vnd.openxmlformats-officedocument.presentationml.tags+xml"/>
  <Override PartName="/ppt/notesSlides/notesSlide17.xml" ContentType="application/vnd.openxmlformats-officedocument.presentationml.notesSlide+xml"/>
  <Override PartName="/ppt/tags/tag19.xml" ContentType="application/vnd.openxmlformats-officedocument.presentationml.tags+xml"/>
  <Override PartName="/ppt/notesSlides/notesSlide18.xml" ContentType="application/vnd.openxmlformats-officedocument.presentationml.notesSlide+xml"/>
  <Override PartName="/ppt/tags/tag20.xml" ContentType="application/vnd.openxmlformats-officedocument.presentationml.tags+xml"/>
  <Override PartName="/ppt/notesSlides/notesSlide19.xml" ContentType="application/vnd.openxmlformats-officedocument.presentationml.notesSlide+xml"/>
  <Override PartName="/ppt/tags/tag21.xml" ContentType="application/vnd.openxmlformats-officedocument.presentationml.tags+xml"/>
  <Override PartName="/ppt/notesSlides/notesSlide20.xml" ContentType="application/vnd.openxmlformats-officedocument.presentationml.notesSlide+xml"/>
  <Override PartName="/ppt/tags/tag22.xml" ContentType="application/vnd.openxmlformats-officedocument.presentationml.tags+xml"/>
  <Override PartName="/ppt/notesSlides/notesSlide21.xml" ContentType="application/vnd.openxmlformats-officedocument.presentationml.notesSlide+xml"/>
  <Override PartName="/ppt/tags/tag23.xml" ContentType="application/vnd.openxmlformats-officedocument.presentationml.tags+xml"/>
  <Override PartName="/ppt/notesSlides/notesSlide22.xml" ContentType="application/vnd.openxmlformats-officedocument.presentationml.notesSlide+xml"/>
  <Override PartName="/ppt/tags/tag24.xml" ContentType="application/vnd.openxmlformats-officedocument.presentationml.tags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875" r:id="rId1"/>
  </p:sldMasterIdLst>
  <p:notesMasterIdLst>
    <p:notesMasterId r:id="rId25"/>
  </p:notesMasterIdLst>
  <p:handoutMasterIdLst>
    <p:handoutMasterId r:id="rId26"/>
  </p:handoutMasterIdLst>
  <p:sldIdLst>
    <p:sldId id="256" r:id="rId2"/>
    <p:sldId id="348" r:id="rId3"/>
    <p:sldId id="563" r:id="rId4"/>
    <p:sldId id="556" r:id="rId5"/>
    <p:sldId id="559" r:id="rId6"/>
    <p:sldId id="576" r:id="rId7"/>
    <p:sldId id="560" r:id="rId8"/>
    <p:sldId id="561" r:id="rId9"/>
    <p:sldId id="558" r:id="rId10"/>
    <p:sldId id="569" r:id="rId11"/>
    <p:sldId id="564" r:id="rId12"/>
    <p:sldId id="565" r:id="rId13"/>
    <p:sldId id="566" r:id="rId14"/>
    <p:sldId id="567" r:id="rId15"/>
    <p:sldId id="568" r:id="rId16"/>
    <p:sldId id="570" r:id="rId17"/>
    <p:sldId id="527" r:id="rId18"/>
    <p:sldId id="571" r:id="rId19"/>
    <p:sldId id="572" r:id="rId20"/>
    <p:sldId id="573" r:id="rId21"/>
    <p:sldId id="574" r:id="rId22"/>
    <p:sldId id="575" r:id="rId23"/>
    <p:sldId id="548" r:id="rId24"/>
  </p:sldIdLst>
  <p:sldSz cx="14630400" cy="8229600"/>
  <p:notesSz cx="7010400" cy="9296400"/>
  <p:custDataLst>
    <p:tags r:id="rId27"/>
  </p:custDataLst>
  <p:defaultTextStyle>
    <a:defPPr>
      <a:defRPr lang="en-US"/>
    </a:defPPr>
    <a:lvl1pPr algn="l" defTabSz="1304925" rtl="0" fontAlgn="base">
      <a:spcBef>
        <a:spcPct val="0"/>
      </a:spcBef>
      <a:spcAft>
        <a:spcPct val="0"/>
      </a:spcAft>
      <a:defRPr sz="2600" kern="1200">
        <a:solidFill>
          <a:schemeClr val="tx1"/>
        </a:solidFill>
        <a:latin typeface="Gill Sans MT" charset="0"/>
        <a:ea typeface="ＭＳ Ｐゴシック" charset="0"/>
        <a:cs typeface="ＭＳ Ｐゴシック" charset="0"/>
      </a:defRPr>
    </a:lvl1pPr>
    <a:lvl2pPr marL="652463" indent="-195263" algn="l" defTabSz="1304925" rtl="0" fontAlgn="base">
      <a:spcBef>
        <a:spcPct val="0"/>
      </a:spcBef>
      <a:spcAft>
        <a:spcPct val="0"/>
      </a:spcAft>
      <a:defRPr sz="2600" kern="1200">
        <a:solidFill>
          <a:schemeClr val="tx1"/>
        </a:solidFill>
        <a:latin typeface="Gill Sans MT" charset="0"/>
        <a:ea typeface="ＭＳ Ｐゴシック" charset="0"/>
        <a:cs typeface="ＭＳ Ｐゴシック" charset="0"/>
      </a:defRPr>
    </a:lvl2pPr>
    <a:lvl3pPr marL="1304925" indent="-390525" algn="l" defTabSz="1304925" rtl="0" fontAlgn="base">
      <a:spcBef>
        <a:spcPct val="0"/>
      </a:spcBef>
      <a:spcAft>
        <a:spcPct val="0"/>
      </a:spcAft>
      <a:defRPr sz="2600" kern="1200">
        <a:solidFill>
          <a:schemeClr val="tx1"/>
        </a:solidFill>
        <a:latin typeface="Gill Sans MT" charset="0"/>
        <a:ea typeface="ＭＳ Ｐゴシック" charset="0"/>
        <a:cs typeface="ＭＳ Ｐゴシック" charset="0"/>
      </a:defRPr>
    </a:lvl3pPr>
    <a:lvl4pPr marL="1958975" indent="-587375" algn="l" defTabSz="1304925" rtl="0" fontAlgn="base">
      <a:spcBef>
        <a:spcPct val="0"/>
      </a:spcBef>
      <a:spcAft>
        <a:spcPct val="0"/>
      </a:spcAft>
      <a:defRPr sz="2600" kern="1200">
        <a:solidFill>
          <a:schemeClr val="tx1"/>
        </a:solidFill>
        <a:latin typeface="Gill Sans MT" charset="0"/>
        <a:ea typeface="ＭＳ Ｐゴシック" charset="0"/>
        <a:cs typeface="ＭＳ Ｐゴシック" charset="0"/>
      </a:defRPr>
    </a:lvl4pPr>
    <a:lvl5pPr marL="2611438" indent="-782638" algn="l" defTabSz="1304925" rtl="0" fontAlgn="base">
      <a:spcBef>
        <a:spcPct val="0"/>
      </a:spcBef>
      <a:spcAft>
        <a:spcPct val="0"/>
      </a:spcAft>
      <a:defRPr sz="2600" kern="1200">
        <a:solidFill>
          <a:schemeClr val="tx1"/>
        </a:solidFill>
        <a:latin typeface="Gill Sans MT" charset="0"/>
        <a:ea typeface="ＭＳ Ｐゴシック" charset="0"/>
        <a:cs typeface="ＭＳ Ｐゴシック" charset="0"/>
      </a:defRPr>
    </a:lvl5pPr>
    <a:lvl6pPr marL="2286000" algn="l" defTabSz="457200" rtl="0" eaLnBrk="1" latinLnBrk="0" hangingPunct="1">
      <a:defRPr sz="2600" kern="1200">
        <a:solidFill>
          <a:schemeClr val="tx1"/>
        </a:solidFill>
        <a:latin typeface="Gill Sans MT" charset="0"/>
        <a:ea typeface="ＭＳ Ｐゴシック" charset="0"/>
        <a:cs typeface="ＭＳ Ｐゴシック" charset="0"/>
      </a:defRPr>
    </a:lvl6pPr>
    <a:lvl7pPr marL="2743200" algn="l" defTabSz="457200" rtl="0" eaLnBrk="1" latinLnBrk="0" hangingPunct="1">
      <a:defRPr sz="2600" kern="1200">
        <a:solidFill>
          <a:schemeClr val="tx1"/>
        </a:solidFill>
        <a:latin typeface="Gill Sans MT" charset="0"/>
        <a:ea typeface="ＭＳ Ｐゴシック" charset="0"/>
        <a:cs typeface="ＭＳ Ｐゴシック" charset="0"/>
      </a:defRPr>
    </a:lvl7pPr>
    <a:lvl8pPr marL="3200400" algn="l" defTabSz="457200" rtl="0" eaLnBrk="1" latinLnBrk="0" hangingPunct="1">
      <a:defRPr sz="2600" kern="1200">
        <a:solidFill>
          <a:schemeClr val="tx1"/>
        </a:solidFill>
        <a:latin typeface="Gill Sans MT" charset="0"/>
        <a:ea typeface="ＭＳ Ｐゴシック" charset="0"/>
        <a:cs typeface="ＭＳ Ｐゴシック" charset="0"/>
      </a:defRPr>
    </a:lvl8pPr>
    <a:lvl9pPr marL="3657600" algn="l" defTabSz="457200" rtl="0" eaLnBrk="1" latinLnBrk="0" hangingPunct="1">
      <a:defRPr sz="2600" kern="1200">
        <a:solidFill>
          <a:schemeClr val="tx1"/>
        </a:solidFill>
        <a:latin typeface="Gill Sans MT" charset="0"/>
        <a:ea typeface="ＭＳ Ｐゴシック" charset="0"/>
        <a:cs typeface="ＭＳ Ｐゴシック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1181">
          <p15:clr>
            <a:srgbClr val="A4A3A4"/>
          </p15:clr>
        </p15:guide>
        <p15:guide id="2" orient="horz" pos="369">
          <p15:clr>
            <a:srgbClr val="A4A3A4"/>
          </p15:clr>
        </p15:guide>
        <p15:guide id="3" pos="432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5" name="Author" initials="A" lastIdx="0" clrIdx="4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clrMru>
    <a:srgbClr val="FFFFFF"/>
    <a:srgbClr val="000000"/>
    <a:srgbClr val="B2E4D7"/>
    <a:srgbClr val="E0E0E0"/>
    <a:srgbClr val="59879B"/>
    <a:srgbClr val="1F447D"/>
    <a:srgbClr val="666666"/>
    <a:srgbClr val="FF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4307" autoAdjust="0"/>
  </p:normalViewPr>
  <p:slideViewPr>
    <p:cSldViewPr snapToGrid="0">
      <p:cViewPr varScale="1">
        <p:scale>
          <a:sx n="53" d="100"/>
          <a:sy n="53" d="100"/>
        </p:scale>
        <p:origin x="1098" y="78"/>
      </p:cViewPr>
      <p:guideLst>
        <p:guide orient="horz" pos="1181"/>
        <p:guide orient="horz" pos="369"/>
        <p:guide pos="432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gs" Target="tags/tag1.xml"/><Relationship Id="rId30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 defTabSz="1331039" fontAlgn="auto">
              <a:spcBef>
                <a:spcPts val="0"/>
              </a:spcBef>
              <a:spcAft>
                <a:spcPts val="0"/>
              </a:spcAft>
              <a:defRPr sz="1200" dirty="0">
                <a:latin typeface="BentonSans Book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 defTabSz="1331039" fontAlgn="auto">
              <a:spcBef>
                <a:spcPts val="0"/>
              </a:spcBef>
              <a:spcAft>
                <a:spcPts val="0"/>
              </a:spcAft>
              <a:defRPr sz="1200" smtClean="0">
                <a:latin typeface="BentonSans Book"/>
                <a:ea typeface="+mn-ea"/>
                <a:cs typeface="+mn-cs"/>
              </a:defRPr>
            </a:lvl1pPr>
          </a:lstStyle>
          <a:p>
            <a:pPr>
              <a:defRPr/>
            </a:pPr>
            <a:fld id="{85591767-110F-A243-83F9-36645DAA76CB}" type="datetime1">
              <a:rPr lang="en-US"/>
              <a:pPr>
                <a:defRPr/>
              </a:pPr>
              <a:t>11/12/2021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 defTabSz="1331039" fontAlgn="auto">
              <a:spcBef>
                <a:spcPts val="0"/>
              </a:spcBef>
              <a:spcAft>
                <a:spcPts val="0"/>
              </a:spcAft>
              <a:defRPr sz="1200" dirty="0">
                <a:latin typeface="BentonSans Book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 defTabSz="1331039" fontAlgn="auto">
              <a:spcBef>
                <a:spcPts val="0"/>
              </a:spcBef>
              <a:spcAft>
                <a:spcPts val="0"/>
              </a:spcAft>
              <a:defRPr sz="1200" smtClean="0">
                <a:latin typeface="BentonSans Book"/>
                <a:ea typeface="+mn-ea"/>
                <a:cs typeface="+mn-cs"/>
              </a:defRPr>
            </a:lvl1pPr>
          </a:lstStyle>
          <a:p>
            <a:pPr>
              <a:defRPr/>
            </a:pPr>
            <a:fld id="{183AF4F7-31B0-B643-9B95-E1F087EE11A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5541040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 defTabSz="1331039" fontAlgn="auto">
              <a:spcBef>
                <a:spcPts val="0"/>
              </a:spcBef>
              <a:spcAft>
                <a:spcPts val="0"/>
              </a:spcAft>
              <a:defRPr sz="1200" dirty="0">
                <a:latin typeface="BentonSans Book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 defTabSz="1331039" fontAlgn="auto">
              <a:spcBef>
                <a:spcPts val="0"/>
              </a:spcBef>
              <a:spcAft>
                <a:spcPts val="0"/>
              </a:spcAft>
              <a:defRPr sz="1200" smtClean="0">
                <a:latin typeface="BentonSans Book"/>
                <a:ea typeface="+mn-ea"/>
                <a:cs typeface="+mn-cs"/>
              </a:defRPr>
            </a:lvl1pPr>
          </a:lstStyle>
          <a:p>
            <a:pPr>
              <a:defRPr/>
            </a:pPr>
            <a:fld id="{7850FBDF-363D-BA4E-BF53-7E974FE76827}" type="datetime1">
              <a:rPr lang="en-US"/>
              <a:pPr>
                <a:defRPr/>
              </a:pPr>
              <a:t>11/12/2021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 defTabSz="1331039" fontAlgn="auto">
              <a:spcBef>
                <a:spcPts val="0"/>
              </a:spcBef>
              <a:spcAft>
                <a:spcPts val="0"/>
              </a:spcAft>
              <a:defRPr sz="1200" dirty="0">
                <a:latin typeface="BentonSans Book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 defTabSz="1331039" fontAlgn="auto">
              <a:spcBef>
                <a:spcPts val="0"/>
              </a:spcBef>
              <a:spcAft>
                <a:spcPts val="0"/>
              </a:spcAft>
              <a:defRPr sz="1200" smtClean="0">
                <a:latin typeface="BentonSans Book"/>
                <a:ea typeface="+mn-ea"/>
                <a:cs typeface="+mn-cs"/>
              </a:defRPr>
            </a:lvl1pPr>
          </a:lstStyle>
          <a:p>
            <a:pPr>
              <a:defRPr/>
            </a:pPr>
            <a:fld id="{BE318CCB-9EB4-A04E-B82B-4EF927884A6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8684071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defTabSz="1304925" rtl="0" fontAlgn="base">
      <a:spcBef>
        <a:spcPct val="30000"/>
      </a:spcBef>
      <a:spcAft>
        <a:spcPct val="0"/>
      </a:spcAft>
      <a:defRPr kern="1200">
        <a:solidFill>
          <a:schemeClr val="tx1"/>
        </a:solidFill>
        <a:latin typeface="BentonSans Book"/>
        <a:ea typeface="ＭＳ Ｐゴシック" charset="0"/>
        <a:cs typeface="ＭＳ Ｐゴシック" charset="0"/>
      </a:defRPr>
    </a:lvl1pPr>
    <a:lvl2pPr marL="652463" algn="l" defTabSz="1304925" rtl="0" fontAlgn="base">
      <a:spcBef>
        <a:spcPct val="30000"/>
      </a:spcBef>
      <a:spcAft>
        <a:spcPct val="0"/>
      </a:spcAft>
      <a:defRPr kern="1200">
        <a:solidFill>
          <a:schemeClr val="tx1"/>
        </a:solidFill>
        <a:latin typeface="BentonSans Book"/>
        <a:ea typeface="ＭＳ Ｐゴシック" charset="0"/>
        <a:cs typeface="+mn-cs"/>
      </a:defRPr>
    </a:lvl2pPr>
    <a:lvl3pPr marL="1304925" algn="l" defTabSz="1304925" rtl="0" fontAlgn="base">
      <a:spcBef>
        <a:spcPct val="30000"/>
      </a:spcBef>
      <a:spcAft>
        <a:spcPct val="0"/>
      </a:spcAft>
      <a:defRPr kern="1200">
        <a:solidFill>
          <a:schemeClr val="tx1"/>
        </a:solidFill>
        <a:latin typeface="BentonSans Book"/>
        <a:ea typeface="ＭＳ Ｐゴシック" charset="0"/>
        <a:cs typeface="+mn-cs"/>
      </a:defRPr>
    </a:lvl3pPr>
    <a:lvl4pPr marL="1958975" algn="l" defTabSz="1304925" rtl="0" fontAlgn="base">
      <a:spcBef>
        <a:spcPct val="30000"/>
      </a:spcBef>
      <a:spcAft>
        <a:spcPct val="0"/>
      </a:spcAft>
      <a:defRPr kern="1200">
        <a:solidFill>
          <a:schemeClr val="tx1"/>
        </a:solidFill>
        <a:latin typeface="BentonSans Book"/>
        <a:ea typeface="ＭＳ Ｐゴシック" charset="0"/>
        <a:cs typeface="+mn-cs"/>
      </a:defRPr>
    </a:lvl4pPr>
    <a:lvl5pPr marL="2611438" algn="l" defTabSz="1304925" rtl="0" fontAlgn="base">
      <a:spcBef>
        <a:spcPct val="30000"/>
      </a:spcBef>
      <a:spcAft>
        <a:spcPct val="0"/>
      </a:spcAft>
      <a:defRPr kern="1200">
        <a:solidFill>
          <a:schemeClr val="tx1"/>
        </a:solidFill>
        <a:latin typeface="BentonSans Book"/>
        <a:ea typeface="ＭＳ Ｐゴシック" charset="0"/>
        <a:cs typeface="+mn-cs"/>
      </a:defRPr>
    </a:lvl5pPr>
    <a:lvl6pPr marL="3265550" algn="l" defTabSz="130622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3918661" algn="l" defTabSz="130622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4571771" algn="l" defTabSz="130622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5224882" algn="l" defTabSz="130622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36866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38914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44034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29690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44034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238014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44034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669526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44034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720774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43010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353003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43010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631761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800974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310051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281174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429582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83003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465535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135462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43010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190402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39938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44034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29712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44034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941694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44034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472621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44034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241014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44034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371084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41986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91223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ation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6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1038" y="609600"/>
            <a:ext cx="2593975" cy="539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705985" y="1891756"/>
            <a:ext cx="13245156" cy="5770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80000"/>
              </a:lnSpc>
              <a:buNone/>
              <a:defRPr sz="4500" b="0" i="0" baseline="0">
                <a:solidFill>
                  <a:schemeClr val="accent5"/>
                </a:solidFill>
                <a:latin typeface="BentonSans Book"/>
                <a:cs typeface="BentonSans Book"/>
              </a:defRPr>
            </a:lvl1pPr>
            <a:lvl2pPr marL="653110" indent="0">
              <a:buNone/>
              <a:defRPr/>
            </a:lvl2pPr>
            <a:lvl3pPr marL="1306221" indent="0">
              <a:buNone/>
              <a:defRPr/>
            </a:lvl3pPr>
            <a:lvl4pPr marL="1959331" indent="0">
              <a:buNone/>
              <a:defRPr/>
            </a:lvl4pPr>
            <a:lvl5pPr marL="2612442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309900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ext Placeholder 32"/>
          <p:cNvSpPr>
            <a:spLocks noGrp="1"/>
          </p:cNvSpPr>
          <p:nvPr>
            <p:ph type="body" sz="quarter" idx="11"/>
          </p:nvPr>
        </p:nvSpPr>
        <p:spPr>
          <a:xfrm>
            <a:off x="706102" y="1813044"/>
            <a:ext cx="5337174" cy="3643818"/>
          </a:xfrm>
          <a:prstGeom prst="rect">
            <a:avLst/>
          </a:prstGeom>
        </p:spPr>
        <p:txBody>
          <a:bodyPr vert="horz" lIns="0" tIns="0" rIns="0" bIns="0">
            <a:sp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buFontTx/>
              <a:buNone/>
              <a:defRPr sz="2800" b="0" i="0" baseline="0">
                <a:solidFill>
                  <a:schemeClr val="accent5"/>
                </a:solidFill>
                <a:latin typeface="Merriweather Light"/>
                <a:cs typeface="Merriweather Light"/>
              </a:defRPr>
            </a:lvl1pPr>
            <a:lvl2pPr marL="0" indent="0">
              <a:lnSpc>
                <a:spcPct val="150000"/>
              </a:lnSpc>
              <a:buFontTx/>
              <a:buNone/>
              <a:defRPr sz="2900" baseline="0">
                <a:solidFill>
                  <a:schemeClr val="accent5"/>
                </a:solidFill>
              </a:defRPr>
            </a:lvl2pPr>
            <a:lvl3pPr marL="0" indent="0">
              <a:lnSpc>
                <a:spcPct val="150000"/>
              </a:lnSpc>
              <a:buFontTx/>
              <a:buNone/>
              <a:defRPr sz="2900" baseline="0">
                <a:solidFill>
                  <a:schemeClr val="accent5"/>
                </a:solidFill>
              </a:defRPr>
            </a:lvl3pPr>
            <a:lvl4pPr marL="0" indent="0">
              <a:lnSpc>
                <a:spcPct val="150000"/>
              </a:lnSpc>
              <a:buFontTx/>
              <a:buNone/>
              <a:defRPr sz="2900" baseline="0">
                <a:solidFill>
                  <a:schemeClr val="accent5"/>
                </a:solidFill>
              </a:defRPr>
            </a:lvl4pPr>
            <a:lvl5pPr marL="0" indent="0">
              <a:lnSpc>
                <a:spcPct val="150000"/>
              </a:lnSpc>
              <a:buFontTx/>
              <a:buNone/>
              <a:defRPr sz="2900" baseline="0">
                <a:solidFill>
                  <a:schemeClr val="accent5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5" name="Text Placeholder 32"/>
          <p:cNvSpPr>
            <a:spLocks noGrp="1"/>
          </p:cNvSpPr>
          <p:nvPr>
            <p:ph type="body" sz="quarter" idx="12"/>
          </p:nvPr>
        </p:nvSpPr>
        <p:spPr>
          <a:xfrm>
            <a:off x="8545513" y="1813044"/>
            <a:ext cx="5414961" cy="3643818"/>
          </a:xfrm>
          <a:prstGeom prst="rect">
            <a:avLst/>
          </a:prstGeom>
        </p:spPr>
        <p:txBody>
          <a:bodyPr vert="horz" wrap="square" lIns="0" tIns="0" rIns="0" bIns="0">
            <a:spAutoFit/>
          </a:bodyPr>
          <a:lstStyle>
            <a:lvl1pPr marL="0" marR="0" indent="0" algn="l" defTabSz="1306221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0" i="0" baseline="0">
                <a:solidFill>
                  <a:srgbClr val="4C4C4C"/>
                </a:solidFill>
                <a:latin typeface="Merriweather Light"/>
                <a:cs typeface="Merriweather Light"/>
              </a:defRPr>
            </a:lvl1pPr>
            <a:lvl2pPr marL="0" indent="0">
              <a:lnSpc>
                <a:spcPct val="150000"/>
              </a:lnSpc>
              <a:buFontTx/>
              <a:buNone/>
              <a:defRPr sz="2900" baseline="0">
                <a:solidFill>
                  <a:srgbClr val="4C4C4C"/>
                </a:solidFill>
              </a:defRPr>
            </a:lvl2pPr>
            <a:lvl3pPr marL="0" indent="0">
              <a:lnSpc>
                <a:spcPct val="150000"/>
              </a:lnSpc>
              <a:buFontTx/>
              <a:buNone/>
              <a:defRPr sz="2900" baseline="0">
                <a:solidFill>
                  <a:srgbClr val="4C4C4C"/>
                </a:solidFill>
              </a:defRPr>
            </a:lvl3pPr>
            <a:lvl4pPr marL="0" indent="0">
              <a:lnSpc>
                <a:spcPct val="150000"/>
              </a:lnSpc>
              <a:buFontTx/>
              <a:buNone/>
              <a:defRPr sz="2900" baseline="0">
                <a:solidFill>
                  <a:srgbClr val="4C4C4C"/>
                </a:solidFill>
              </a:defRPr>
            </a:lvl4pPr>
            <a:lvl5pPr marL="0" indent="0">
              <a:lnSpc>
                <a:spcPct val="150000"/>
              </a:lnSpc>
              <a:buFontTx/>
              <a:buNone/>
              <a:defRPr sz="2900" baseline="0">
                <a:solidFill>
                  <a:srgbClr val="4C4C4C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3"/>
          </p:nvPr>
        </p:nvSpPr>
        <p:spPr>
          <a:xfrm>
            <a:off x="715321" y="600286"/>
            <a:ext cx="13245154" cy="5770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80000"/>
              </a:lnSpc>
              <a:buFontTx/>
              <a:buNone/>
              <a:defRPr sz="4500" b="0" i="0" baseline="0">
                <a:solidFill>
                  <a:schemeClr val="accent5"/>
                </a:solidFill>
                <a:latin typeface="BentonSans Book"/>
                <a:cs typeface="BentonSans Book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469692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ew Top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1306221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BentonSans Book"/>
            </a:endParaRPr>
          </a:p>
        </p:txBody>
      </p:sp>
      <p:pic>
        <p:nvPicPr>
          <p:cNvPr id="7" name="Picture 6" descr="Bottom_Viz_August-02.png"/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-3328"/>
          <a:stretch/>
        </p:blipFill>
        <p:spPr>
          <a:xfrm>
            <a:off x="0" y="3225800"/>
            <a:ext cx="14630400" cy="3153156"/>
          </a:xfrm>
          <a:prstGeom prst="rect">
            <a:avLst/>
          </a:prstGeom>
        </p:spPr>
      </p:pic>
      <p:sp>
        <p:nvSpPr>
          <p:cNvPr id="5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705985" y="1891756"/>
            <a:ext cx="13245156" cy="5770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80000"/>
              </a:lnSpc>
              <a:buNone/>
              <a:defRPr sz="4500" b="0" i="0" baseline="0">
                <a:solidFill>
                  <a:schemeClr val="accent5"/>
                </a:solidFill>
                <a:latin typeface="BentonSans Book"/>
                <a:cs typeface="BentonSans Book"/>
              </a:defRPr>
            </a:lvl1pPr>
            <a:lvl2pPr marL="653110" indent="0">
              <a:buNone/>
              <a:defRPr/>
            </a:lvl2pPr>
            <a:lvl3pPr marL="1306221" indent="0">
              <a:buNone/>
              <a:defRPr/>
            </a:lvl3pPr>
            <a:lvl4pPr marL="1959331" indent="0">
              <a:buNone/>
              <a:defRPr/>
            </a:lvl4pPr>
            <a:lvl5pPr marL="2612442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87017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New Top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1306221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BentonSans Book"/>
            </a:endParaRPr>
          </a:p>
        </p:txBody>
      </p:sp>
      <p:pic>
        <p:nvPicPr>
          <p:cNvPr id="5" name="Picture 4" descr="SectionDivider-03.png"/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58" r="12503"/>
          <a:stretch/>
        </p:blipFill>
        <p:spPr>
          <a:xfrm>
            <a:off x="0" y="2362200"/>
            <a:ext cx="14630400" cy="5482336"/>
          </a:xfrm>
          <a:prstGeom prst="rect">
            <a:avLst/>
          </a:prstGeom>
        </p:spPr>
      </p:pic>
      <p:sp>
        <p:nvSpPr>
          <p:cNvPr id="7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705985" y="1891756"/>
            <a:ext cx="13245156" cy="5770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80000"/>
              </a:lnSpc>
              <a:buNone/>
              <a:defRPr sz="4500" b="0" i="0" baseline="0">
                <a:solidFill>
                  <a:schemeClr val="accent5"/>
                </a:solidFill>
                <a:latin typeface="BentonSans Book"/>
                <a:cs typeface="BentonSans Book"/>
              </a:defRPr>
            </a:lvl1pPr>
            <a:lvl2pPr marL="653110" indent="0">
              <a:buNone/>
              <a:defRPr/>
            </a:lvl2pPr>
            <a:lvl3pPr marL="1306221" indent="0">
              <a:buNone/>
              <a:defRPr/>
            </a:lvl3pPr>
            <a:lvl4pPr marL="1959331" indent="0">
              <a:buNone/>
              <a:defRPr/>
            </a:lvl4pPr>
            <a:lvl5pPr marL="2612442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543073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New Top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1306221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BentonSans Book"/>
            </a:endParaRPr>
          </a:p>
        </p:txBody>
      </p:sp>
      <p:pic>
        <p:nvPicPr>
          <p:cNvPr id="7" name="Picture 6" descr="SectionDivider-02.png"/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41"/>
          <a:stretch/>
        </p:blipFill>
        <p:spPr>
          <a:xfrm>
            <a:off x="0" y="2946400"/>
            <a:ext cx="14630400" cy="4749800"/>
          </a:xfrm>
          <a:prstGeom prst="rect">
            <a:avLst/>
          </a:prstGeom>
        </p:spPr>
      </p:pic>
      <p:sp>
        <p:nvSpPr>
          <p:cNvPr id="5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705985" y="1891756"/>
            <a:ext cx="13245156" cy="5770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80000"/>
              </a:lnSpc>
              <a:buNone/>
              <a:defRPr sz="4500" b="0" i="0" baseline="0">
                <a:solidFill>
                  <a:schemeClr val="accent5"/>
                </a:solidFill>
                <a:latin typeface="BentonSans Book"/>
                <a:cs typeface="BentonSans Book"/>
              </a:defRPr>
            </a:lvl1pPr>
            <a:lvl2pPr marL="653110" indent="0">
              <a:buNone/>
              <a:defRPr/>
            </a:lvl2pPr>
            <a:lvl3pPr marL="1306221" indent="0">
              <a:buNone/>
              <a:defRPr/>
            </a:lvl3pPr>
            <a:lvl4pPr marL="1959331" indent="0">
              <a:buNone/>
              <a:defRPr/>
            </a:lvl4pPr>
            <a:lvl5pPr marL="2612442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765529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710057" y="598699"/>
            <a:ext cx="13269093" cy="5770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80000"/>
              </a:lnSpc>
              <a:buFontTx/>
              <a:buNone/>
              <a:defRPr sz="4500" b="0" i="0">
                <a:solidFill>
                  <a:srgbClr val="4C4C4C"/>
                </a:solidFill>
                <a:latin typeface="BentonSans Book"/>
                <a:cs typeface="BentonSans Book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227931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ulti-level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710057" y="598699"/>
            <a:ext cx="13269093" cy="5770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80000"/>
              </a:lnSpc>
              <a:buFontTx/>
              <a:buNone/>
              <a:defRPr sz="4500" b="0" i="0">
                <a:solidFill>
                  <a:srgbClr val="4C4C4C"/>
                </a:solidFill>
                <a:latin typeface="BentonSans Book"/>
                <a:cs typeface="BentonSans Book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idx="14"/>
          </p:nvPr>
        </p:nvSpPr>
        <p:spPr>
          <a:xfrm>
            <a:off x="704476" y="1893515"/>
            <a:ext cx="13274793" cy="4431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6350" indent="0">
              <a:spcBef>
                <a:spcPts val="0"/>
              </a:spcBef>
              <a:spcAft>
                <a:spcPts val="600"/>
              </a:spcAft>
              <a:buSzPct val="100000"/>
              <a:buFont typeface="+mj-lt"/>
              <a:buNone/>
              <a:tabLst/>
              <a:defRPr sz="2800" b="0" i="0" baseline="0">
                <a:solidFill>
                  <a:srgbClr val="4C4C4C"/>
                </a:solidFill>
                <a:latin typeface="Merriweather Light"/>
                <a:cs typeface="Merriweather Light"/>
              </a:defRPr>
            </a:lvl1pPr>
            <a:lvl2pPr marL="288925" indent="0">
              <a:spcBef>
                <a:spcPts val="0"/>
              </a:spcBef>
              <a:spcAft>
                <a:spcPts val="600"/>
              </a:spcAft>
              <a:buSzPct val="100000"/>
              <a:buFont typeface="+mj-lt"/>
              <a:buNone/>
              <a:defRPr sz="2400" baseline="0">
                <a:solidFill>
                  <a:schemeClr val="accent5"/>
                </a:solidFill>
              </a:defRPr>
            </a:lvl2pPr>
            <a:lvl3pPr marL="512763" indent="0">
              <a:spcBef>
                <a:spcPts val="0"/>
              </a:spcBef>
              <a:spcAft>
                <a:spcPts val="600"/>
              </a:spcAft>
              <a:buSzPct val="100000"/>
              <a:buFont typeface="+mj-lt"/>
              <a:buNone/>
              <a:defRPr sz="2100" baseline="0">
                <a:solidFill>
                  <a:schemeClr val="accent5"/>
                </a:solidFill>
              </a:defRPr>
            </a:lvl3pPr>
            <a:lvl4pPr marL="741363" indent="0">
              <a:spcBef>
                <a:spcPts val="0"/>
              </a:spcBef>
              <a:spcAft>
                <a:spcPts val="600"/>
              </a:spcAft>
              <a:buSzPct val="100000"/>
              <a:buFont typeface="+mj-lt"/>
              <a:buNone/>
              <a:defRPr sz="1800" baseline="0">
                <a:solidFill>
                  <a:schemeClr val="accent5"/>
                </a:solidFill>
              </a:defRPr>
            </a:lvl4pPr>
            <a:lvl5pPr marL="2406650" indent="-342901">
              <a:buSzPct val="100000"/>
              <a:buFont typeface="+mj-lt"/>
              <a:buAutoNum type="arabicPeriod"/>
              <a:defRPr sz="1600">
                <a:solidFill>
                  <a:schemeClr val="accent5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351776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76599" y="2438401"/>
            <a:ext cx="9133131" cy="761747"/>
          </a:xfrm>
        </p:spPr>
        <p:txBody>
          <a:bodyPr/>
          <a:lstStyle>
            <a:lvl1pPr>
              <a:defRPr sz="5400" baseline="0">
                <a:solidFill>
                  <a:schemeClr val="accent5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1"/>
          </p:nvPr>
        </p:nvSpPr>
        <p:spPr>
          <a:xfrm>
            <a:off x="3561080" y="3733800"/>
            <a:ext cx="8077200" cy="369332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2400" baseline="0">
                <a:solidFill>
                  <a:schemeClr val="accent5"/>
                </a:solidFill>
                <a:latin typeface="Merriweather Light"/>
                <a:cs typeface="Merriweather Light"/>
              </a:defRPr>
            </a:lvl1pPr>
            <a:lvl2pPr marL="653110" indent="0">
              <a:buNone/>
              <a:defRPr sz="1000"/>
            </a:lvl2pPr>
            <a:lvl3pPr marL="1306221" indent="0">
              <a:buNone/>
              <a:defRPr sz="1000"/>
            </a:lvl3pPr>
            <a:lvl4pPr marL="1959331" indent="0">
              <a:buNone/>
              <a:defRPr sz="1000"/>
            </a:lvl4pPr>
            <a:lvl5pPr marL="2612442" indent="0"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726451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ed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>
            <a:spLocks noGrp="1"/>
          </p:cNvSpPr>
          <p:nvPr>
            <p:ph idx="14"/>
          </p:nvPr>
        </p:nvSpPr>
        <p:spPr>
          <a:xfrm>
            <a:off x="704357" y="1893515"/>
            <a:ext cx="13274793" cy="163121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520701" indent="-514350">
              <a:spcBef>
                <a:spcPts val="0"/>
              </a:spcBef>
              <a:spcAft>
                <a:spcPts val="600"/>
              </a:spcAft>
              <a:buSzPct val="100000"/>
              <a:buFont typeface="+mj-lt"/>
              <a:buAutoNum type="arabicPeriod"/>
              <a:tabLst/>
              <a:defRPr sz="2800" baseline="0">
                <a:solidFill>
                  <a:schemeClr val="accent5"/>
                </a:solidFill>
                <a:latin typeface="Merriweather Light"/>
                <a:cs typeface="Merriweather Light"/>
              </a:defRPr>
            </a:lvl1pPr>
            <a:lvl2pPr marL="746125" indent="-457200">
              <a:spcBef>
                <a:spcPts val="0"/>
              </a:spcBef>
              <a:spcAft>
                <a:spcPts val="600"/>
              </a:spcAft>
              <a:buSzPct val="100000"/>
              <a:buFont typeface="+mj-lt"/>
              <a:buAutoNum type="romanUcPeriod"/>
              <a:defRPr sz="2400" baseline="0">
                <a:solidFill>
                  <a:schemeClr val="accent5"/>
                </a:solidFill>
                <a:latin typeface="Merriweather Light"/>
                <a:cs typeface="Merriweather Light"/>
              </a:defRPr>
            </a:lvl2pPr>
            <a:lvl3pPr marL="969963" indent="-457200">
              <a:spcBef>
                <a:spcPts val="0"/>
              </a:spcBef>
              <a:spcAft>
                <a:spcPts val="600"/>
              </a:spcAft>
              <a:buSzPct val="100000"/>
              <a:buFont typeface="+mj-lt"/>
              <a:buAutoNum type="arabicPeriod"/>
              <a:defRPr sz="2100" baseline="0">
                <a:solidFill>
                  <a:schemeClr val="accent5"/>
                </a:solidFill>
                <a:latin typeface="Merriweather Light"/>
                <a:cs typeface="Merriweather Light"/>
              </a:defRPr>
            </a:lvl3pPr>
            <a:lvl4pPr marL="1084262" indent="-342901">
              <a:spcBef>
                <a:spcPts val="0"/>
              </a:spcBef>
              <a:spcAft>
                <a:spcPts val="600"/>
              </a:spcAft>
              <a:buSzPct val="100000"/>
              <a:buFont typeface="+mj-lt"/>
              <a:buAutoNum type="arabicPeriod"/>
              <a:defRPr sz="1800" baseline="0">
                <a:solidFill>
                  <a:schemeClr val="accent5"/>
                </a:solidFill>
              </a:defRPr>
            </a:lvl4pPr>
            <a:lvl5pPr marL="2063749" indent="0">
              <a:buSzPct val="100000"/>
              <a:buFont typeface="+mj-lt"/>
              <a:buNone/>
              <a:defRPr sz="1600">
                <a:solidFill>
                  <a:srgbClr val="4C4C4C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710057" y="598699"/>
            <a:ext cx="13269093" cy="5770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80000"/>
              </a:lnSpc>
              <a:buFontTx/>
              <a:buNone/>
              <a:defRPr sz="4500" b="0" i="0">
                <a:solidFill>
                  <a:srgbClr val="4C4C4C"/>
                </a:solidFill>
                <a:latin typeface="BentonSans Book"/>
                <a:cs typeface="BentonSans Book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377690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ed Cop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>
            <a:spLocks noGrp="1"/>
          </p:cNvSpPr>
          <p:nvPr>
            <p:ph idx="14"/>
          </p:nvPr>
        </p:nvSpPr>
        <p:spPr>
          <a:xfrm>
            <a:off x="704476" y="1893515"/>
            <a:ext cx="13273820" cy="1631216"/>
          </a:xfrm>
          <a:prstGeom prst="rect">
            <a:avLst/>
          </a:prstGeom>
        </p:spPr>
        <p:txBody>
          <a:bodyPr wrap="square" lIns="0" tIns="0" rIns="0" bIns="0" numCol="1" spcCol="365760">
            <a:spAutoFit/>
          </a:bodyPr>
          <a:lstStyle>
            <a:lvl1pPr marL="6350" indent="274320">
              <a:spcBef>
                <a:spcPts val="0"/>
              </a:spcBef>
              <a:spcAft>
                <a:spcPts val="600"/>
              </a:spcAft>
              <a:buSzPct val="100000"/>
              <a:buFont typeface="Arial"/>
              <a:buChar char="•"/>
              <a:tabLst/>
              <a:defRPr sz="2800" baseline="0">
                <a:solidFill>
                  <a:srgbClr val="4C4C4C"/>
                </a:solidFill>
                <a:latin typeface="Merriweather Light"/>
                <a:cs typeface="Merriweather Light"/>
              </a:defRPr>
            </a:lvl1pPr>
            <a:lvl2pPr marL="288925" indent="273050">
              <a:spcBef>
                <a:spcPts val="0"/>
              </a:spcBef>
              <a:spcAft>
                <a:spcPts val="600"/>
              </a:spcAft>
              <a:buSzPct val="100000"/>
              <a:buFont typeface="Arial"/>
              <a:buChar char="•"/>
              <a:defRPr sz="2400" baseline="0">
                <a:solidFill>
                  <a:schemeClr val="accent5"/>
                </a:solidFill>
                <a:latin typeface="Merriweather Light"/>
                <a:cs typeface="Merriweather Light"/>
              </a:defRPr>
            </a:lvl2pPr>
            <a:lvl3pPr marL="512763" indent="273050">
              <a:spcBef>
                <a:spcPts val="0"/>
              </a:spcBef>
              <a:spcAft>
                <a:spcPts val="600"/>
              </a:spcAft>
              <a:buSzPct val="100000"/>
              <a:buFont typeface="Arial"/>
              <a:buChar char="•"/>
              <a:defRPr sz="2100" baseline="0">
                <a:solidFill>
                  <a:schemeClr val="accent5"/>
                </a:solidFill>
              </a:defRPr>
            </a:lvl3pPr>
            <a:lvl4pPr marL="1027114" indent="-285750">
              <a:spcBef>
                <a:spcPts val="0"/>
              </a:spcBef>
              <a:spcAft>
                <a:spcPts val="600"/>
              </a:spcAft>
              <a:buSzPct val="100000"/>
              <a:buFont typeface="Arial"/>
              <a:buChar char="•"/>
              <a:defRPr sz="1800" baseline="0">
                <a:solidFill>
                  <a:schemeClr val="accent5"/>
                </a:solidFill>
              </a:defRPr>
            </a:lvl4pPr>
            <a:lvl5pPr marL="2406650" indent="-342901">
              <a:buSzPct val="100000"/>
              <a:buFont typeface="+mj-lt"/>
              <a:buAutoNum type="arabicPeriod"/>
              <a:defRPr sz="1600">
                <a:solidFill>
                  <a:schemeClr val="accent5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710057" y="598699"/>
            <a:ext cx="13269093" cy="5770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80000"/>
              </a:lnSpc>
              <a:buFontTx/>
              <a:buNone/>
              <a:defRPr sz="4500" b="0" i="0">
                <a:solidFill>
                  <a:srgbClr val="4C4C4C"/>
                </a:solidFill>
                <a:latin typeface="BentonSans Book"/>
                <a:cs typeface="BentonSans Book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444179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ed Copy -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>
            <a:spLocks noGrp="1"/>
          </p:cNvSpPr>
          <p:nvPr>
            <p:ph idx="14"/>
          </p:nvPr>
        </p:nvSpPr>
        <p:spPr>
          <a:xfrm>
            <a:off x="705331" y="1893749"/>
            <a:ext cx="5943600" cy="1631216"/>
          </a:xfrm>
          <a:prstGeom prst="rect">
            <a:avLst/>
          </a:prstGeom>
        </p:spPr>
        <p:txBody>
          <a:bodyPr wrap="square" lIns="0" tIns="0" rIns="0" bIns="0" numCol="1" spcCol="365760">
            <a:spAutoFit/>
          </a:bodyPr>
          <a:lstStyle>
            <a:lvl1pPr marL="6350" indent="274320">
              <a:spcBef>
                <a:spcPts val="0"/>
              </a:spcBef>
              <a:spcAft>
                <a:spcPts val="600"/>
              </a:spcAft>
              <a:buSzPct val="100000"/>
              <a:buFont typeface="Arial"/>
              <a:buChar char="•"/>
              <a:tabLst/>
              <a:defRPr sz="2800" baseline="0">
                <a:solidFill>
                  <a:schemeClr val="accent5"/>
                </a:solidFill>
                <a:latin typeface="Merriweather Light"/>
                <a:cs typeface="Merriweather Light"/>
              </a:defRPr>
            </a:lvl1pPr>
            <a:lvl2pPr marL="288925" indent="273050">
              <a:spcBef>
                <a:spcPts val="0"/>
              </a:spcBef>
              <a:spcAft>
                <a:spcPts val="600"/>
              </a:spcAft>
              <a:buSzPct val="100000"/>
              <a:buFont typeface="Arial"/>
              <a:buChar char="•"/>
              <a:defRPr sz="2400" baseline="0">
                <a:solidFill>
                  <a:schemeClr val="accent5"/>
                </a:solidFill>
                <a:latin typeface="Merriweather Light"/>
                <a:cs typeface="Merriweather Light"/>
              </a:defRPr>
            </a:lvl2pPr>
            <a:lvl3pPr marL="512763" indent="273050">
              <a:spcBef>
                <a:spcPts val="0"/>
              </a:spcBef>
              <a:spcAft>
                <a:spcPts val="600"/>
              </a:spcAft>
              <a:buSzPct val="100000"/>
              <a:buFont typeface="Arial"/>
              <a:buChar char="•"/>
              <a:defRPr sz="2100" baseline="0">
                <a:solidFill>
                  <a:schemeClr val="accent5"/>
                </a:solidFill>
              </a:defRPr>
            </a:lvl3pPr>
            <a:lvl4pPr marL="1027114" indent="-285750">
              <a:spcBef>
                <a:spcPts val="0"/>
              </a:spcBef>
              <a:spcAft>
                <a:spcPts val="600"/>
              </a:spcAft>
              <a:buSzPct val="100000"/>
              <a:buFont typeface="Arial"/>
              <a:buChar char="•"/>
              <a:defRPr sz="1800" baseline="0">
                <a:solidFill>
                  <a:schemeClr val="accent5"/>
                </a:solidFill>
              </a:defRPr>
            </a:lvl4pPr>
            <a:lvl5pPr marL="2406650" indent="-342901">
              <a:buSzPct val="100000"/>
              <a:buFont typeface="+mj-lt"/>
              <a:buAutoNum type="arabicPeriod"/>
              <a:defRPr sz="1600">
                <a:solidFill>
                  <a:schemeClr val="accent5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idx="15"/>
          </p:nvPr>
        </p:nvSpPr>
        <p:spPr>
          <a:xfrm>
            <a:off x="7311907" y="1893515"/>
            <a:ext cx="5943600" cy="1631216"/>
          </a:xfrm>
          <a:prstGeom prst="rect">
            <a:avLst/>
          </a:prstGeom>
        </p:spPr>
        <p:txBody>
          <a:bodyPr wrap="square" lIns="0" tIns="0" rIns="0" bIns="0" numCol="1" spcCol="365760">
            <a:spAutoFit/>
          </a:bodyPr>
          <a:lstStyle>
            <a:lvl1pPr marL="6350" indent="274320">
              <a:spcBef>
                <a:spcPts val="0"/>
              </a:spcBef>
              <a:spcAft>
                <a:spcPts val="600"/>
              </a:spcAft>
              <a:buSzPct val="100000"/>
              <a:buFont typeface="Arial"/>
              <a:buChar char="•"/>
              <a:tabLst/>
              <a:defRPr sz="2800" baseline="0">
                <a:solidFill>
                  <a:schemeClr val="accent5"/>
                </a:solidFill>
                <a:latin typeface="Merriweather Light"/>
                <a:cs typeface="Merriweather Light"/>
              </a:defRPr>
            </a:lvl1pPr>
            <a:lvl2pPr marL="288925" indent="273050">
              <a:spcBef>
                <a:spcPts val="0"/>
              </a:spcBef>
              <a:spcAft>
                <a:spcPts val="600"/>
              </a:spcAft>
              <a:buSzPct val="100000"/>
              <a:buFont typeface="Arial"/>
              <a:buChar char="•"/>
              <a:defRPr sz="2400" baseline="0">
                <a:solidFill>
                  <a:schemeClr val="accent5"/>
                </a:solidFill>
                <a:latin typeface="Merriweather Light"/>
                <a:cs typeface="Merriweather Light"/>
              </a:defRPr>
            </a:lvl2pPr>
            <a:lvl3pPr marL="512763" indent="273050">
              <a:spcBef>
                <a:spcPts val="0"/>
              </a:spcBef>
              <a:spcAft>
                <a:spcPts val="600"/>
              </a:spcAft>
              <a:buSzPct val="100000"/>
              <a:buFont typeface="Arial"/>
              <a:buChar char="•"/>
              <a:defRPr sz="2100" baseline="0">
                <a:solidFill>
                  <a:schemeClr val="accent5"/>
                </a:solidFill>
              </a:defRPr>
            </a:lvl3pPr>
            <a:lvl4pPr marL="1027114" indent="-285750">
              <a:spcBef>
                <a:spcPts val="0"/>
              </a:spcBef>
              <a:spcAft>
                <a:spcPts val="600"/>
              </a:spcAft>
              <a:buSzPct val="100000"/>
              <a:buFont typeface="Arial"/>
              <a:buChar char="•"/>
              <a:defRPr sz="1800" baseline="0">
                <a:solidFill>
                  <a:schemeClr val="accent5"/>
                </a:solidFill>
              </a:defRPr>
            </a:lvl4pPr>
            <a:lvl5pPr marL="2406650" indent="-342901">
              <a:buSzPct val="100000"/>
              <a:buFont typeface="+mj-lt"/>
              <a:buAutoNum type="arabicPeriod"/>
              <a:defRPr sz="1600">
                <a:solidFill>
                  <a:schemeClr val="accent5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710057" y="598699"/>
            <a:ext cx="13269093" cy="5770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80000"/>
              </a:lnSpc>
              <a:buFontTx/>
              <a:buNone/>
              <a:defRPr sz="4500" b="0" i="0">
                <a:solidFill>
                  <a:srgbClr val="4C4C4C"/>
                </a:solidFill>
                <a:latin typeface="BentonSans Book"/>
                <a:cs typeface="BentonSans Book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660541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&amp; Cop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/>
          <p:cNvSpPr>
            <a:spLocks noGrp="1"/>
          </p:cNvSpPr>
          <p:nvPr>
            <p:ph idx="13"/>
          </p:nvPr>
        </p:nvSpPr>
        <p:spPr>
          <a:xfrm>
            <a:off x="7329803" y="1887752"/>
            <a:ext cx="6649347" cy="4431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SzPct val="100000"/>
              <a:buFont typeface="Arial"/>
              <a:buNone/>
              <a:defRPr sz="2800">
                <a:solidFill>
                  <a:schemeClr val="accent5"/>
                </a:solidFill>
                <a:latin typeface="Merriweather Light"/>
                <a:cs typeface="Merriweather Light"/>
              </a:defRPr>
            </a:lvl1pPr>
            <a:lvl2pPr marL="339725" indent="0">
              <a:buSzPct val="100000"/>
              <a:buFont typeface="Arial"/>
              <a:buNone/>
              <a:defRPr sz="2400">
                <a:solidFill>
                  <a:schemeClr val="accent5"/>
                </a:solidFill>
              </a:defRPr>
            </a:lvl2pPr>
            <a:lvl3pPr marL="692150" indent="0">
              <a:buSzPct val="100000"/>
              <a:buFont typeface="Arial"/>
              <a:buNone/>
              <a:defRPr sz="2100">
                <a:solidFill>
                  <a:schemeClr val="accent5"/>
                </a:solidFill>
              </a:defRPr>
            </a:lvl3pPr>
            <a:lvl4pPr marL="1384301" indent="0">
              <a:buSzPct val="100000"/>
              <a:buFont typeface="Arial"/>
              <a:buNone/>
              <a:defRPr sz="1800">
                <a:solidFill>
                  <a:schemeClr val="accent5"/>
                </a:solidFill>
              </a:defRPr>
            </a:lvl4pPr>
            <a:lvl5pPr marL="2406650" indent="-342901">
              <a:buSzPct val="100000"/>
              <a:buFont typeface="+mj-lt"/>
              <a:buAutoNum type="arabicPeriod"/>
              <a:defRPr sz="1600">
                <a:solidFill>
                  <a:schemeClr val="accent5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Picture Placeholder 4"/>
          <p:cNvSpPr>
            <a:spLocks noGrp="1"/>
          </p:cNvSpPr>
          <p:nvPr>
            <p:ph type="pic" sz="quarter" idx="10"/>
          </p:nvPr>
        </p:nvSpPr>
        <p:spPr>
          <a:xfrm>
            <a:off x="704476" y="1869074"/>
            <a:ext cx="6019800" cy="5407933"/>
          </a:xfrm>
          <a:prstGeom prst="rect">
            <a:avLst/>
          </a:prstGeom>
          <a:ln w="6350" cmpd="sng">
            <a:solidFill>
              <a:srgbClr val="666666"/>
            </a:solidFill>
          </a:ln>
        </p:spPr>
        <p:txBody>
          <a:bodyPr lIns="91440" tIns="45720" rIns="91440" bIns="45720"/>
          <a:lstStyle>
            <a:lvl1pPr marL="0" indent="0">
              <a:buFontTx/>
              <a:buNone/>
              <a:defRPr sz="2800">
                <a:solidFill>
                  <a:srgbClr val="4C4C4C"/>
                </a:solidFill>
                <a:latin typeface="Merriweather Light"/>
                <a:cs typeface="Merriweather Light"/>
              </a:defRPr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7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710057" y="598699"/>
            <a:ext cx="13269093" cy="5770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80000"/>
              </a:lnSpc>
              <a:buFontTx/>
              <a:buNone/>
              <a:defRPr sz="4500" b="0" i="0">
                <a:solidFill>
                  <a:srgbClr val="4C4C4C"/>
                </a:solidFill>
                <a:latin typeface="BentonSans Book"/>
                <a:cs typeface="BentonSans Book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3256849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3"/>
          <p:cNvSpPr>
            <a:spLocks noGrp="1"/>
          </p:cNvSpPr>
          <p:nvPr>
            <p:ph type="tbl" sz="quarter" idx="10"/>
          </p:nvPr>
        </p:nvSpPr>
        <p:spPr>
          <a:xfrm>
            <a:off x="704476" y="1893515"/>
            <a:ext cx="13273731" cy="535896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SzPct val="120000"/>
              <a:buFontTx/>
              <a:buNone/>
              <a:defRPr sz="2800">
                <a:solidFill>
                  <a:schemeClr val="accent5"/>
                </a:solidFill>
                <a:latin typeface="Merriweather Light"/>
                <a:cs typeface="Merriweather Light"/>
              </a:defRPr>
            </a:lvl1pPr>
          </a:lstStyle>
          <a:p>
            <a:pPr lvl="0"/>
            <a:r>
              <a:rPr lang="en-US" noProof="0"/>
              <a:t>Click icon to add table</a:t>
            </a:r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710057" y="598699"/>
            <a:ext cx="13269093" cy="5770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80000"/>
              </a:lnSpc>
              <a:buFontTx/>
              <a:buNone/>
              <a:defRPr sz="4500" b="0" i="0">
                <a:solidFill>
                  <a:srgbClr val="4C4C4C"/>
                </a:solidFill>
                <a:latin typeface="BentonSans Book"/>
                <a:cs typeface="BentonSans Book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4163383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PageImage_NoColor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chemeClr val="bg1"/>
          </a:solidFill>
          <a:ln w="6350" cmpd="sng">
            <a:solidFill>
              <a:srgbClr val="666666"/>
            </a:solidFill>
          </a:ln>
        </p:spPr>
        <p:txBody>
          <a:bodyPr lIns="91440" tIns="45720" rIns="91440" bIns="45720"/>
          <a:lstStyle>
            <a:lvl1pPr marL="0" indent="0">
              <a:buFontTx/>
              <a:buNone/>
              <a:defRPr sz="2800">
                <a:solidFill>
                  <a:schemeClr val="accent5"/>
                </a:solidFill>
                <a:latin typeface="Merriweather Light"/>
                <a:cs typeface="Merriweather Light"/>
              </a:defRPr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01520727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Image w Color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0" y="-1"/>
            <a:ext cx="14630400" cy="8229602"/>
          </a:xfrm>
          <a:prstGeom prst="rect">
            <a:avLst/>
          </a:prstGeom>
          <a:ln w="6350" cmpd="sng">
            <a:solidFill>
              <a:schemeClr val="tx1"/>
            </a:solidFill>
          </a:ln>
        </p:spPr>
        <p:txBody>
          <a:bodyPr lIns="91440" tIns="45720" rIns="91440" bIns="45720"/>
          <a:lstStyle>
            <a:lvl1pPr marL="0" indent="0">
              <a:buFontTx/>
              <a:buNone/>
              <a:defRPr sz="2800">
                <a:solidFill>
                  <a:schemeClr val="accent5"/>
                </a:solidFill>
                <a:latin typeface="Merriweather Light"/>
                <a:cs typeface="Merriweather Light"/>
              </a:defRPr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73061498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9904365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nal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8382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1306221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BentonSans Book"/>
            </a:endParaRPr>
          </a:p>
        </p:txBody>
      </p:sp>
      <p:pic>
        <p:nvPicPr>
          <p:cNvPr id="3" name="Picture 6" descr="tableau_rgb.eps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46400" y="3206750"/>
            <a:ext cx="8737600" cy="1816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4964165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2C22C4-3638-4C46-AE9E-7C242D85AC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FC246AB-6B0F-4845-9064-1989DDA0B24B}" type="datetimeFigureOut">
              <a:rPr lang="en-US"/>
              <a:pPr>
                <a:defRPr/>
              </a:pPr>
              <a:t>11/12/2021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786ABA-2091-4A31-80BF-F23AAD688A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2CF2B6-6905-465D-AA2E-679049A375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F0FA6C-E89F-4E60-8F6F-DE9379A19F9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8640266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2556511"/>
            <a:ext cx="12435840" cy="176403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194560" y="4663440"/>
            <a:ext cx="10241280" cy="210312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5486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972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6459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1945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2918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840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3891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090880-AFB9-4636-BBB5-1BCB59921F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61B1E9-7324-47C7-AB48-951429EE70EF}" type="datetimeFigureOut">
              <a:rPr lang="en-US"/>
              <a:pPr>
                <a:defRPr/>
              </a:pPr>
              <a:t>11/12/2021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524568-9574-4049-9944-58E5A3E299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B11519-82D6-41B8-8B82-ADE9858356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94C503F-507D-406D-8480-1009A03AF4A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7264107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dy-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436071" y="757239"/>
            <a:ext cx="13269093" cy="5170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80000"/>
              </a:lnSpc>
              <a:buFontTx/>
              <a:buNone/>
              <a:defRPr sz="4200" b="1" i="0">
                <a:solidFill>
                  <a:srgbClr val="4C4C4C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5" name="Picture 4" descr="Bottom_Viz_August-12.png"/>
          <p:cNvPicPr>
            <a:picLocks noChangeAspect="1"/>
          </p:cNvPicPr>
          <p:nvPr userDrawn="1"/>
        </p:nvPicPr>
        <p:blipFill rotWithShape="1">
          <a:blip r:embed="rId2" cstate="print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41145" t="4408" r="5546"/>
          <a:stretch/>
        </p:blipFill>
        <p:spPr>
          <a:xfrm rot="5400000">
            <a:off x="6608940" y="817740"/>
            <a:ext cx="838200" cy="1398552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sz="quarter" idx="15"/>
          </p:nvPr>
        </p:nvSpPr>
        <p:spPr>
          <a:xfrm>
            <a:off x="1406880" y="1732758"/>
            <a:ext cx="11887200" cy="4764087"/>
          </a:xfrm>
          <a:prstGeom prst="rect">
            <a:avLst/>
          </a:prstGeom>
        </p:spPr>
        <p:txBody>
          <a:bodyPr/>
          <a:lstStyle>
            <a:lvl1pPr>
              <a:defRPr sz="2600" b="0" i="0">
                <a:latin typeface="Arial" charset="0"/>
                <a:ea typeface="Arial" charset="0"/>
                <a:cs typeface="Arial" charset="0"/>
              </a:defRPr>
            </a:lvl1pPr>
            <a:lvl2pPr>
              <a:defRPr sz="2200" b="0" i="0">
                <a:latin typeface="Arial" charset="0"/>
                <a:ea typeface="Arial" charset="0"/>
                <a:cs typeface="Arial" charset="0"/>
              </a:defRPr>
            </a:lvl2pPr>
            <a:lvl3pPr>
              <a:defRPr sz="1800" b="0" i="0">
                <a:latin typeface="Arial" charset="0"/>
                <a:ea typeface="Arial" charset="0"/>
                <a:cs typeface="Arial" charset="0"/>
              </a:defRPr>
            </a:lvl3pPr>
            <a:lvl4pPr>
              <a:defRPr sz="1800" b="0" i="0">
                <a:latin typeface="Arial" charset="0"/>
                <a:ea typeface="Arial" charset="0"/>
                <a:cs typeface="Arial" charset="0"/>
              </a:defRPr>
            </a:lvl4pPr>
            <a:lvl5pPr>
              <a:defRPr sz="1800" b="0" i="0">
                <a:latin typeface="Arial" charset="0"/>
                <a:ea typeface="Arial" charset="0"/>
                <a:cs typeface="Arial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5"/>
          <p:cNvSpPr/>
          <p:nvPr userDrawn="1"/>
        </p:nvSpPr>
        <p:spPr>
          <a:xfrm>
            <a:off x="393207" y="254613"/>
            <a:ext cx="437473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800">
                <a:solidFill>
                  <a:schemeClr val="accent5">
                    <a:lumMod val="60000"/>
                    <a:lumOff val="40000"/>
                  </a:schemeClr>
                </a:solidFill>
                <a:latin typeface="Arial" charset="0"/>
              </a:rPr>
              <a:t>Navigating Tableau  |  Module 2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3979150" y="7721244"/>
            <a:ext cx="651250" cy="508356"/>
          </a:xfrm>
          <a:prstGeom prst="rect">
            <a:avLst/>
          </a:prstGeom>
        </p:spPr>
        <p:txBody>
          <a:bodyPr anchor="ctr" anchorCtr="0"/>
          <a:lstStyle>
            <a:lvl1pPr algn="ctr">
              <a:defRPr sz="1200" b="0" i="0">
                <a:solidFill>
                  <a:schemeClr val="accent5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fld id="{05FB345B-22D1-A044-90AF-A919A68C03F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99780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2.emf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Bottom_Viz_August-02.png"/>
          <p:cNvPicPr>
            <a:picLocks noChangeAspect="1"/>
          </p:cNvPicPr>
          <p:nvPr/>
        </p:nvPicPr>
        <p:blipFill rotWithShape="1">
          <a:blip r:embed="rId2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483"/>
          <a:stretch/>
        </p:blipFill>
        <p:spPr>
          <a:xfrm flipH="1">
            <a:off x="0" y="6932613"/>
            <a:ext cx="14630400" cy="1296987"/>
          </a:xfrm>
          <a:prstGeom prst="rect">
            <a:avLst/>
          </a:prstGeom>
        </p:spPr>
      </p:pic>
      <p:pic>
        <p:nvPicPr>
          <p:cNvPr id="1027" name="Picture 7" descr="tableau_white.eps"/>
          <p:cNvPicPr>
            <a:picLocks noChangeAspect="1"/>
          </p:cNvPicPr>
          <p:nvPr/>
        </p:nvPicPr>
        <p:blipFill>
          <a:blip r:embed="rId2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69838" y="7724775"/>
            <a:ext cx="1727200" cy="360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8" name="Title Placeholder 1"/>
          <p:cNvSpPr>
            <a:spLocks noGrp="1"/>
          </p:cNvSpPr>
          <p:nvPr>
            <p:ph type="title"/>
          </p:nvPr>
        </p:nvSpPr>
        <p:spPr bwMode="auto">
          <a:xfrm>
            <a:off x="712788" y="601314"/>
            <a:ext cx="13244512" cy="5770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/>
              <a:t>Master Title Style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47" r:id="rId1"/>
    <p:sldLayoutId id="2147484135" r:id="rId2"/>
    <p:sldLayoutId id="2147484148" r:id="rId3"/>
    <p:sldLayoutId id="2147484150" r:id="rId4"/>
    <p:sldLayoutId id="2147484152" r:id="rId5"/>
    <p:sldLayoutId id="2147484136" r:id="rId6"/>
    <p:sldLayoutId id="2147484137" r:id="rId7"/>
    <p:sldLayoutId id="2147484138" r:id="rId8"/>
    <p:sldLayoutId id="2147484139" r:id="rId9"/>
    <p:sldLayoutId id="2147484140" r:id="rId10"/>
    <p:sldLayoutId id="2147484141" r:id="rId11"/>
    <p:sldLayoutId id="2147484142" r:id="rId12"/>
    <p:sldLayoutId id="2147484143" r:id="rId13"/>
    <p:sldLayoutId id="2147484144" r:id="rId14"/>
    <p:sldLayoutId id="2147484145" r:id="rId15"/>
    <p:sldLayoutId id="2147484146" r:id="rId16"/>
    <p:sldLayoutId id="2147484149" r:id="rId17"/>
    <p:sldLayoutId id="2147484153" r:id="rId18"/>
    <p:sldLayoutId id="2147484154" r:id="rId19"/>
    <p:sldLayoutId id="2147484155" r:id="rId20"/>
  </p:sldLayoutIdLst>
  <p:txStyles>
    <p:titleStyle>
      <a:lvl1pPr algn="l" defTabSz="1304925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4500" kern="1200">
          <a:solidFill>
            <a:srgbClr val="4C4C4C"/>
          </a:solidFill>
          <a:latin typeface="BentonSans Book"/>
          <a:ea typeface="ＭＳ Ｐゴシック" charset="0"/>
          <a:cs typeface="BentonSans Book"/>
        </a:defRPr>
      </a:lvl1pPr>
      <a:lvl2pPr algn="l" defTabSz="1304925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500">
          <a:solidFill>
            <a:srgbClr val="4C4C4C"/>
          </a:solidFill>
          <a:latin typeface="BentonSans Book" charset="0"/>
          <a:ea typeface="ＭＳ Ｐゴシック" charset="0"/>
        </a:defRPr>
      </a:lvl2pPr>
      <a:lvl3pPr algn="l" defTabSz="1304925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500">
          <a:solidFill>
            <a:srgbClr val="4C4C4C"/>
          </a:solidFill>
          <a:latin typeface="BentonSans Book" charset="0"/>
          <a:ea typeface="ＭＳ Ｐゴシック" charset="0"/>
        </a:defRPr>
      </a:lvl3pPr>
      <a:lvl4pPr algn="l" defTabSz="1304925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500">
          <a:solidFill>
            <a:srgbClr val="4C4C4C"/>
          </a:solidFill>
          <a:latin typeface="BentonSans Book" charset="0"/>
          <a:ea typeface="ＭＳ Ｐゴシック" charset="0"/>
        </a:defRPr>
      </a:lvl4pPr>
      <a:lvl5pPr algn="l" defTabSz="1304925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500">
          <a:solidFill>
            <a:srgbClr val="4C4C4C"/>
          </a:solidFill>
          <a:latin typeface="BentonSans Book" charset="0"/>
          <a:ea typeface="ＭＳ Ｐゴシック" charset="0"/>
        </a:defRPr>
      </a:lvl5pPr>
      <a:lvl6pPr marL="457200" algn="l" defTabSz="1304925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500">
          <a:solidFill>
            <a:srgbClr val="4C4C4C"/>
          </a:solidFill>
          <a:latin typeface="BentonSans Book" charset="0"/>
          <a:ea typeface="ＭＳ Ｐゴシック" charset="0"/>
        </a:defRPr>
      </a:lvl6pPr>
      <a:lvl7pPr marL="914400" algn="l" defTabSz="1304925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500">
          <a:solidFill>
            <a:srgbClr val="4C4C4C"/>
          </a:solidFill>
          <a:latin typeface="BentonSans Book" charset="0"/>
          <a:ea typeface="ＭＳ Ｐゴシック" charset="0"/>
        </a:defRPr>
      </a:lvl7pPr>
      <a:lvl8pPr marL="1371600" algn="l" defTabSz="1304925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500">
          <a:solidFill>
            <a:srgbClr val="4C4C4C"/>
          </a:solidFill>
          <a:latin typeface="BentonSans Book" charset="0"/>
          <a:ea typeface="ＭＳ Ｐゴシック" charset="0"/>
        </a:defRPr>
      </a:lvl8pPr>
      <a:lvl9pPr marL="1828800" algn="l" defTabSz="1304925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500">
          <a:solidFill>
            <a:srgbClr val="4C4C4C"/>
          </a:solidFill>
          <a:latin typeface="BentonSans Book" charset="0"/>
          <a:ea typeface="ＭＳ Ｐゴシック" charset="0"/>
        </a:defRPr>
      </a:lvl9pPr>
    </p:titleStyle>
    <p:bodyStyle>
      <a:lvl1pPr marL="488950" indent="-488950" algn="l" defTabSz="1304925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4600" kern="1200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1060450" indent="-407988" algn="l" defTabSz="1304925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4000" kern="1200">
          <a:solidFill>
            <a:schemeClr val="tx1"/>
          </a:solidFill>
          <a:latin typeface="+mn-lt"/>
          <a:ea typeface="ＭＳ Ｐゴシック" charset="0"/>
          <a:cs typeface="+mn-cs"/>
        </a:defRPr>
      </a:lvl2pPr>
      <a:lvl3pPr marL="1631950" indent="-325438" algn="l" defTabSz="1304925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400" kern="1200">
          <a:solidFill>
            <a:schemeClr val="tx1"/>
          </a:solidFill>
          <a:latin typeface="+mn-lt"/>
          <a:ea typeface="ＭＳ Ｐゴシック" charset="0"/>
          <a:cs typeface="+mn-cs"/>
        </a:defRPr>
      </a:lvl3pPr>
      <a:lvl4pPr marL="2284413" indent="-325438" algn="l" defTabSz="1304925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900" kern="1200">
          <a:solidFill>
            <a:schemeClr val="tx1"/>
          </a:solidFill>
          <a:latin typeface="+mn-lt"/>
          <a:ea typeface="ＭＳ Ｐゴシック" charset="0"/>
          <a:cs typeface="+mn-cs"/>
        </a:defRPr>
      </a:lvl4pPr>
      <a:lvl5pPr marL="2938463" indent="-325438" algn="l" defTabSz="1304925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2900" kern="1200">
          <a:solidFill>
            <a:schemeClr val="tx1"/>
          </a:solidFill>
          <a:latin typeface="+mn-lt"/>
          <a:ea typeface="ＭＳ Ｐゴシック" charset="0"/>
          <a:cs typeface="+mn-cs"/>
        </a:defRPr>
      </a:lvl5pPr>
      <a:lvl6pPr marL="3592106" indent="-326555" algn="l" defTabSz="1306221" rtl="0" eaLnBrk="1" latinLnBrk="0" hangingPunct="1">
        <a:spcBef>
          <a:spcPct val="20000"/>
        </a:spcBef>
        <a:buFont typeface="Arial" panose="020B0604020202020204" pitchFamily="34" charset="0"/>
        <a:buChar char="•"/>
        <a:defRPr sz="2900" kern="1200">
          <a:solidFill>
            <a:schemeClr val="tx1"/>
          </a:solidFill>
          <a:latin typeface="+mn-lt"/>
          <a:ea typeface="+mn-ea"/>
          <a:cs typeface="+mn-cs"/>
        </a:defRPr>
      </a:lvl6pPr>
      <a:lvl7pPr marL="4245216" indent="-326555" algn="l" defTabSz="1306221" rtl="0" eaLnBrk="1" latinLnBrk="0" hangingPunct="1">
        <a:spcBef>
          <a:spcPct val="20000"/>
        </a:spcBef>
        <a:buFont typeface="Arial" panose="020B0604020202020204" pitchFamily="34" charset="0"/>
        <a:buChar char="•"/>
        <a:defRPr sz="2900" kern="1200">
          <a:solidFill>
            <a:schemeClr val="tx1"/>
          </a:solidFill>
          <a:latin typeface="+mn-lt"/>
          <a:ea typeface="+mn-ea"/>
          <a:cs typeface="+mn-cs"/>
        </a:defRPr>
      </a:lvl7pPr>
      <a:lvl8pPr marL="4898326" indent="-326555" algn="l" defTabSz="1306221" rtl="0" eaLnBrk="1" latinLnBrk="0" hangingPunct="1">
        <a:spcBef>
          <a:spcPct val="20000"/>
        </a:spcBef>
        <a:buFont typeface="Arial" panose="020B0604020202020204" pitchFamily="34" charset="0"/>
        <a:buChar char="•"/>
        <a:defRPr sz="2900" kern="1200">
          <a:solidFill>
            <a:schemeClr val="tx1"/>
          </a:solidFill>
          <a:latin typeface="+mn-lt"/>
          <a:ea typeface="+mn-ea"/>
          <a:cs typeface="+mn-cs"/>
        </a:defRPr>
      </a:lvl8pPr>
      <a:lvl9pPr marL="5551437" indent="-326555" algn="l" defTabSz="1306221" rtl="0" eaLnBrk="1" latinLnBrk="0" hangingPunct="1">
        <a:spcBef>
          <a:spcPct val="20000"/>
        </a:spcBef>
        <a:buFont typeface="Arial" panose="020B0604020202020204" pitchFamily="34" charset="0"/>
        <a:buChar char="•"/>
        <a:defRPr sz="2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06221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53110" algn="l" defTabSz="1306221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306221" algn="l" defTabSz="1306221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1959331" algn="l" defTabSz="1306221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4pPr>
      <a:lvl5pPr marL="2612442" algn="l" defTabSz="1306221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5pPr>
      <a:lvl6pPr marL="3265550" algn="l" defTabSz="1306221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6pPr>
      <a:lvl7pPr marL="3918661" algn="l" defTabSz="1306221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771" algn="l" defTabSz="1306221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8pPr>
      <a:lvl9pPr marL="5224882" algn="l" defTabSz="1306221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6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7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8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9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0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1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2.xml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3.xml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4.xml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5.xml"/><Relationship Id="rId4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6.xml"/><Relationship Id="rId4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17.xml"/><Relationship Id="rId4" Type="http://schemas.openxmlformats.org/officeDocument/2006/relationships/image" Target="../media/image1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1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9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0.xml"/><Relationship Id="rId4" Type="http://schemas.openxmlformats.org/officeDocument/2006/relationships/image" Target="../media/image1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1.xml"/><Relationship Id="rId4" Type="http://schemas.openxmlformats.org/officeDocument/2006/relationships/image" Target="../media/image1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2.xml"/><Relationship Id="rId4" Type="http://schemas.openxmlformats.org/officeDocument/2006/relationships/image" Target="../media/image1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3.xml"/><Relationship Id="rId4" Type="http://schemas.openxmlformats.org/officeDocument/2006/relationships/image" Target="../media/image1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17.xml"/><Relationship Id="rId1" Type="http://schemas.openxmlformats.org/officeDocument/2006/relationships/tags" Target="../tags/tag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>
          <a:xfrm>
            <a:off x="705985" y="1891756"/>
            <a:ext cx="13245156" cy="3337837"/>
          </a:xfrm>
          <a:prstGeom prst="rect">
            <a:avLst/>
          </a:prstGeom>
        </p:spPr>
        <p:txBody>
          <a:bodyPr/>
          <a:lstStyle/>
          <a:p>
            <a:pPr defTabSz="1306221"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dirty="0">
                <a:ea typeface="+mn-ea"/>
              </a:rPr>
              <a:t>Aggregation and Granularity</a:t>
            </a:r>
          </a:p>
          <a:p>
            <a:pPr defTabSz="1306221"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dirty="0">
              <a:ea typeface="+mn-ea"/>
            </a:endParaRPr>
          </a:p>
          <a:p>
            <a:pPr defTabSz="1306221"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dirty="0">
                <a:ea typeface="+mn-ea"/>
              </a:rPr>
              <a:t>CSC105</a:t>
            </a:r>
          </a:p>
          <a:p>
            <a:pPr defTabSz="1306221"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dirty="0">
              <a:ea typeface="+mn-ea"/>
            </a:endParaRPr>
          </a:p>
          <a:p>
            <a:pPr defTabSz="1306221"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dirty="0">
                <a:ea typeface="+mn-ea"/>
              </a:rPr>
              <a:t>Prof. Earl</a:t>
            </a:r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4C4C4C"/>
                </a:solidFill>
                <a:latin typeface="BentonSans Book" charset="0"/>
              </a:rPr>
              <a:t>Aggregation</a:t>
            </a:r>
            <a:endParaRPr lang="en-US"/>
          </a:p>
        </p:txBody>
      </p: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1"/>
          <p:cNvSpPr>
            <a:spLocks noGrp="1"/>
          </p:cNvSpPr>
          <p:nvPr>
            <p:ph type="body" sz="quarter" idx="12"/>
          </p:nvPr>
        </p:nvSpPr>
        <p:spPr>
          <a:prstGeom prst="rect">
            <a:avLst/>
          </a:prstGeom>
        </p:spPr>
        <p:txBody>
          <a:bodyPr/>
          <a:lstStyle/>
          <a:p>
            <a:pPr defTabSz="1306221" fontAlgn="auto">
              <a:lnSpc>
                <a:spcPct val="80000"/>
              </a:lnSpc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>
                <a:ea typeface="+mn-ea"/>
              </a:rPr>
              <a:t>Aggregation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4"/>
          </p:nvPr>
        </p:nvSpPr>
        <p:spPr>
          <a:xfrm>
            <a:off x="704476" y="1893515"/>
            <a:ext cx="13274793" cy="3600986"/>
          </a:xfrm>
        </p:spPr>
        <p:txBody>
          <a:bodyPr/>
          <a:lstStyle/>
          <a:p>
            <a:pPr defTabSz="1306221" fontAlgn="auto">
              <a:defRPr/>
            </a:pPr>
            <a:r>
              <a:rPr lang="en-US" b="1" dirty="0">
                <a:ea typeface="+mn-ea"/>
              </a:rPr>
              <a:t>Webster’s Dictionary</a:t>
            </a:r>
            <a:r>
              <a:rPr lang="en-US" dirty="0">
                <a:ea typeface="+mn-ea"/>
              </a:rPr>
              <a:t>: “</a:t>
            </a:r>
            <a:r>
              <a:rPr lang="en-US" dirty="0"/>
              <a:t>a group, body, or mass composed of many distinct parts or individuals”</a:t>
            </a:r>
          </a:p>
          <a:p>
            <a:pPr defTabSz="1306221" fontAlgn="auto">
              <a:defRPr/>
            </a:pPr>
            <a:endParaRPr lang="en-US" dirty="0">
              <a:ea typeface="+mn-ea"/>
            </a:endParaRPr>
          </a:p>
          <a:p>
            <a:pPr defTabSz="1306221" fontAlgn="auto">
              <a:defRPr/>
            </a:pPr>
            <a:r>
              <a:rPr lang="en-US" b="1" dirty="0">
                <a:ea typeface="+mn-ea"/>
              </a:rPr>
              <a:t>Tableau Glossary: “</a:t>
            </a:r>
            <a:r>
              <a:rPr lang="en-US" dirty="0"/>
              <a:t>A result of a mathematical operation applied to a measure. Predefined aggregations include summation and average. You can convert dimensions to measures by aggregating them as a count. For relational data sources, all measures must be either aggregated or disaggregated (unless they appear on the Filters shelf). Tableau aggregates measures, usually as a summation, when you place them on a shelf.”</a:t>
            </a:r>
            <a:endParaRPr lang="en-US" b="1" dirty="0">
              <a:ea typeface="+mn-ea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162603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1"/>
          <p:cNvSpPr>
            <a:spLocks noGrp="1"/>
          </p:cNvSpPr>
          <p:nvPr>
            <p:ph type="body" sz="quarter" idx="12"/>
          </p:nvPr>
        </p:nvSpPr>
        <p:spPr>
          <a:prstGeom prst="rect">
            <a:avLst/>
          </a:prstGeom>
        </p:spPr>
        <p:txBody>
          <a:bodyPr/>
          <a:lstStyle/>
          <a:p>
            <a:pPr defTabSz="1306221" fontAlgn="auto">
              <a:lnSpc>
                <a:spcPct val="80000"/>
              </a:lnSpc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>
                <a:ea typeface="+mn-ea"/>
              </a:rPr>
              <a:t>Aggregation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4"/>
          </p:nvPr>
        </p:nvSpPr>
        <p:spPr>
          <a:xfrm>
            <a:off x="704476" y="1893515"/>
            <a:ext cx="13274793" cy="3600986"/>
          </a:xfrm>
        </p:spPr>
        <p:txBody>
          <a:bodyPr/>
          <a:lstStyle/>
          <a:p>
            <a:pPr marL="463550" indent="-457200">
              <a:buFont typeface="Arial" panose="020B0604020202020204" pitchFamily="34" charset="0"/>
              <a:buChar char="•"/>
            </a:pPr>
            <a:r>
              <a:rPr lang="en-US" sz="3200" dirty="0"/>
              <a:t>Refers to how data are combined, such as summing all Google searches for Pumpkin Spice lattes for 2019 or taking the average of all the temperature readings around Seattle on a given day.</a:t>
            </a:r>
          </a:p>
          <a:p>
            <a:pPr marL="463550" indent="-457200">
              <a:buFont typeface="Arial" panose="020B0604020202020204" pitchFamily="34" charset="0"/>
              <a:buChar char="•"/>
            </a:pPr>
            <a:endParaRPr lang="en-US" sz="3200" dirty="0"/>
          </a:p>
          <a:p>
            <a:pPr marL="463550" indent="-457200">
              <a:buFont typeface="Arial" panose="020B0604020202020204" pitchFamily="34" charset="0"/>
              <a:buChar char="•"/>
            </a:pPr>
            <a:r>
              <a:rPr lang="en-US" sz="3200" dirty="0"/>
              <a:t>By default, measures in Tableau are always aggregated. The default aggregation is SUM. You can change the aggregation to things like Average, Median, Count Distinct, Minimum, etc.</a:t>
            </a:r>
            <a:endParaRPr lang="en-US" sz="3200" b="1" dirty="0">
              <a:ea typeface="+mn-ea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864182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710057" y="598699"/>
            <a:ext cx="13269093" cy="567848"/>
          </a:xfrm>
          <a:prstGeom prst="rect">
            <a:avLst/>
          </a:prstGeom>
        </p:spPr>
        <p:txBody>
          <a:bodyPr/>
          <a:lstStyle/>
          <a:p>
            <a:pPr defTabSz="1306221" fontAlgn="auto">
              <a:lnSpc>
                <a:spcPct val="80000"/>
              </a:lnSpc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dirty="0">
                <a:ea typeface="+mn-ea"/>
              </a:rPr>
              <a:t>Practice with Aggregations:  </a:t>
            </a:r>
            <a:r>
              <a:rPr lang="en-US" sz="3600" dirty="0">
                <a:ea typeface="+mn-ea"/>
              </a:rPr>
              <a:t>Life Expectancy Data </a:t>
            </a:r>
          </a:p>
        </p:txBody>
      </p:sp>
      <p:pic>
        <p:nvPicPr>
          <p:cNvPr id="11" name="Picture 10" descr="A screenshot of a cell phone&#10;&#10;Description automatically generated">
            <a:extLst>
              <a:ext uri="{FF2B5EF4-FFF2-40B4-BE49-F238E27FC236}">
                <a16:creationId xmlns:a16="http://schemas.microsoft.com/office/drawing/2014/main" id="{7B26E250-7C49-4D43-BC24-F9432DBE149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86059" y="1368629"/>
            <a:ext cx="5442859" cy="5492341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84BF5E1-FB70-4C40-990C-47F7BB3BE0E0}"/>
              </a:ext>
            </a:extLst>
          </p:cNvPr>
          <p:cNvSpPr txBox="1"/>
          <p:nvPr/>
        </p:nvSpPr>
        <p:spPr>
          <a:xfrm>
            <a:off x="449942" y="1368629"/>
            <a:ext cx="59944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+mn-lt"/>
              </a:rPr>
              <a:t>Connect to data in Tableau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+mn-lt"/>
              </a:rPr>
              <a:t>View the data on the Data Source tab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195516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710057" y="598699"/>
            <a:ext cx="13269093" cy="1119089"/>
          </a:xfrm>
          <a:prstGeom prst="rect">
            <a:avLst/>
          </a:prstGeom>
        </p:spPr>
        <p:txBody>
          <a:bodyPr/>
          <a:lstStyle/>
          <a:p>
            <a:pPr defTabSz="1306221" fontAlgn="auto">
              <a:lnSpc>
                <a:spcPct val="80000"/>
              </a:lnSpc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dirty="0">
                <a:ea typeface="+mn-ea"/>
              </a:rPr>
              <a:t>Practice with Aggregations</a:t>
            </a:r>
          </a:p>
          <a:p>
            <a:pPr defTabSz="1306221" fontAlgn="auto">
              <a:lnSpc>
                <a:spcPct val="80000"/>
              </a:lnSpc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3600" dirty="0">
                <a:ea typeface="+mn-ea"/>
              </a:rPr>
              <a:t> </a:t>
            </a:r>
          </a:p>
        </p:txBody>
      </p:sp>
      <p:pic>
        <p:nvPicPr>
          <p:cNvPr id="13" name="Picture 12" descr="A screenshot of a cell phone&#10;&#10;Description automatically generated">
            <a:extLst>
              <a:ext uri="{FF2B5EF4-FFF2-40B4-BE49-F238E27FC236}">
                <a16:creationId xmlns:a16="http://schemas.microsoft.com/office/drawing/2014/main" id="{4D1DA44A-5085-424F-B4C4-D395074552E6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559554" y="1320799"/>
            <a:ext cx="5846952" cy="5588001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82F3997-0757-4CBA-AB58-9CA9CC589F90}"/>
              </a:ext>
            </a:extLst>
          </p:cNvPr>
          <p:cNvSpPr txBox="1"/>
          <p:nvPr/>
        </p:nvSpPr>
        <p:spPr>
          <a:xfrm>
            <a:off x="435428" y="1335313"/>
            <a:ext cx="59944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+mn-lt"/>
              </a:rPr>
              <a:t>Drag </a:t>
            </a:r>
            <a:r>
              <a:rPr lang="en-US" sz="2800" b="1" dirty="0">
                <a:latin typeface="+mn-lt"/>
              </a:rPr>
              <a:t>Life Expectancy </a:t>
            </a:r>
            <a:r>
              <a:rPr lang="en-US" sz="2800" dirty="0">
                <a:latin typeface="+mn-lt"/>
              </a:rPr>
              <a:t>onto rows shelf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+mn-lt"/>
              </a:rPr>
              <a:t>What is going on?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426358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59C7852C-D93F-49F4-AB31-DACB04EA5B6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10057" y="172815"/>
            <a:ext cx="13269093" cy="567848"/>
          </a:xfrm>
          <a:prstGeom prst="rect">
            <a:avLst/>
          </a:prstGeom>
        </p:spPr>
        <p:txBody>
          <a:bodyPr/>
          <a:lstStyle/>
          <a:p>
            <a:pPr defTabSz="1306221" fontAlgn="auto">
              <a:lnSpc>
                <a:spcPct val="80000"/>
              </a:lnSpc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>
                <a:ea typeface="+mn-ea"/>
              </a:rPr>
              <a:t>Practice with Aggregations-Life Expectancy Data </a:t>
            </a:r>
          </a:p>
        </p:txBody>
      </p:sp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214D0EAB-2CCE-421A-B9C7-8FA59BEFA73E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624625" y="859442"/>
            <a:ext cx="7354525" cy="6191399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A59BAD4-E2EF-46D9-BB93-CE597CBC0B3E}"/>
              </a:ext>
            </a:extLst>
          </p:cNvPr>
          <p:cNvSpPr txBox="1"/>
          <p:nvPr/>
        </p:nvSpPr>
        <p:spPr>
          <a:xfrm>
            <a:off x="435428" y="1335313"/>
            <a:ext cx="5994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+mn-lt"/>
              </a:rPr>
              <a:t>Place </a:t>
            </a:r>
            <a:r>
              <a:rPr lang="en-US" sz="2800" b="1" dirty="0">
                <a:latin typeface="+mn-lt"/>
              </a:rPr>
              <a:t>Year</a:t>
            </a:r>
            <a:r>
              <a:rPr lang="en-US" sz="2800" dirty="0">
                <a:latin typeface="+mn-lt"/>
              </a:rPr>
              <a:t> on Columns shelf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149640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59C7852C-D93F-49F4-AB31-DACB04EA5B6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10057" y="172815"/>
            <a:ext cx="13269093" cy="567848"/>
          </a:xfrm>
          <a:prstGeom prst="rect">
            <a:avLst/>
          </a:prstGeom>
        </p:spPr>
        <p:txBody>
          <a:bodyPr/>
          <a:lstStyle/>
          <a:p>
            <a:pPr defTabSz="1306221" fontAlgn="auto">
              <a:lnSpc>
                <a:spcPct val="80000"/>
              </a:lnSpc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>
                <a:ea typeface="+mn-ea"/>
              </a:rPr>
              <a:t>Practice with Aggregations-Life Expectancy Data </a:t>
            </a:r>
          </a:p>
        </p:txBody>
      </p:sp>
      <p:pic>
        <p:nvPicPr>
          <p:cNvPr id="3" name="Picture 2" descr="A close up of a map&#10;&#10;Description automatically generated">
            <a:extLst>
              <a:ext uri="{FF2B5EF4-FFF2-40B4-BE49-F238E27FC236}">
                <a16:creationId xmlns:a16="http://schemas.microsoft.com/office/drawing/2014/main" id="{55D3E4D8-60B0-447F-9A35-C2BCEACA1B76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974537" y="1088571"/>
            <a:ext cx="11004613" cy="5834743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1C80926-E0BC-4608-BF53-DBC7D98C3C31}"/>
              </a:ext>
            </a:extLst>
          </p:cNvPr>
          <p:cNvSpPr txBox="1"/>
          <p:nvPr/>
        </p:nvSpPr>
        <p:spPr>
          <a:xfrm>
            <a:off x="174172" y="1088571"/>
            <a:ext cx="245291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+mn-lt"/>
              </a:rPr>
              <a:t>Drag </a:t>
            </a:r>
            <a:r>
              <a:rPr lang="en-US" sz="2800" b="1" dirty="0">
                <a:latin typeface="+mn-lt"/>
              </a:rPr>
              <a:t>Sex</a:t>
            </a:r>
            <a:r>
              <a:rPr lang="en-US" sz="2800" dirty="0">
                <a:latin typeface="+mn-lt"/>
              </a:rPr>
              <a:t> onto color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210513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96722D3-DFCF-4E5F-BF54-27866485CAB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/>
              <a:t>Let’s focus on 1918</a:t>
            </a:r>
          </a:p>
        </p:txBody>
      </p:sp>
      <p:pic>
        <p:nvPicPr>
          <p:cNvPr id="5" name="Content Placeholder 4" descr="A screenshot of a cell phone&#10;&#10;Description automatically generated">
            <a:extLst>
              <a:ext uri="{FF2B5EF4-FFF2-40B4-BE49-F238E27FC236}">
                <a16:creationId xmlns:a16="http://schemas.microsoft.com/office/drawing/2014/main" id="{EED0B48A-554C-4449-BA7B-4A3F82B0A5C0}"/>
              </a:ext>
            </a:extLst>
          </p:cNvPr>
          <p:cNvPicPr>
            <a:picLocks noGrp="1" noChangeAspect="1"/>
          </p:cNvPicPr>
          <p:nvPr>
            <p:ph idx="14"/>
          </p:nvPr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430049" y="1848817"/>
            <a:ext cx="4722312" cy="4138624"/>
          </a:xfrm>
        </p:spPr>
      </p:pic>
      <p:sp>
        <p:nvSpPr>
          <p:cNvPr id="6" name="Text Placeholder 1">
            <a:extLst>
              <a:ext uri="{FF2B5EF4-FFF2-40B4-BE49-F238E27FC236}">
                <a16:creationId xmlns:a16="http://schemas.microsoft.com/office/drawing/2014/main" id="{D28841F4-96A8-49B9-8639-E3E9E8892204}"/>
              </a:ext>
            </a:extLst>
          </p:cNvPr>
          <p:cNvSpPr txBox="1">
            <a:spLocks/>
          </p:cNvSpPr>
          <p:nvPr/>
        </p:nvSpPr>
        <p:spPr>
          <a:xfrm>
            <a:off x="8142169" y="2472615"/>
            <a:ext cx="6102013" cy="5770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 defTabSz="1304925" rtl="0" eaLnBrk="1" fontAlgn="base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FontTx/>
              <a:buNone/>
              <a:defRPr sz="4500" b="0" i="0" kern="1200">
                <a:solidFill>
                  <a:srgbClr val="4C4C4C"/>
                </a:solidFill>
                <a:latin typeface="BentonSans Book"/>
                <a:ea typeface="ＭＳ Ｐゴシック" charset="0"/>
                <a:cs typeface="BentonSans Book"/>
              </a:defRPr>
            </a:lvl1pPr>
            <a:lvl2pPr marL="1060450" indent="-407988" algn="l" defTabSz="1304925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4000" kern="1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2pPr>
            <a:lvl3pPr marL="1631950" indent="-325438" algn="l" defTabSz="1304925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400" kern="1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3pPr>
            <a:lvl4pPr marL="2284413" indent="-325438" algn="l" defTabSz="1304925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900" kern="1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4pPr>
            <a:lvl5pPr marL="2938463" indent="-325438" algn="l" defTabSz="1304925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900" kern="1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5pPr>
            <a:lvl6pPr marL="3592106" indent="-326555" algn="l" defTabSz="1306221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45216" indent="-326555" algn="l" defTabSz="1306221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98326" indent="-326555" algn="l" defTabSz="1306221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51437" indent="-326555" algn="l" defTabSz="1306221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Sum Aggregation</a:t>
            </a:r>
          </a:p>
        </p:txBody>
      </p:sp>
      <p:sp>
        <p:nvSpPr>
          <p:cNvPr id="7" name="Right Bracket 6">
            <a:extLst>
              <a:ext uri="{FF2B5EF4-FFF2-40B4-BE49-F238E27FC236}">
                <a16:creationId xmlns:a16="http://schemas.microsoft.com/office/drawing/2014/main" id="{C55B40D7-32C5-45A9-B132-C531150E11B8}"/>
              </a:ext>
            </a:extLst>
          </p:cNvPr>
          <p:cNvSpPr/>
          <p:nvPr/>
        </p:nvSpPr>
        <p:spPr>
          <a:xfrm>
            <a:off x="7315200" y="4346532"/>
            <a:ext cx="221083" cy="1540701"/>
          </a:xfrm>
          <a:prstGeom prst="rightBracket">
            <a:avLst/>
          </a:prstGeom>
          <a:ln w="76200" cmpd="sng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 Placeholder 1">
            <a:extLst>
              <a:ext uri="{FF2B5EF4-FFF2-40B4-BE49-F238E27FC236}">
                <a16:creationId xmlns:a16="http://schemas.microsoft.com/office/drawing/2014/main" id="{320DD249-D972-476C-9AD4-FD5BCB23E02E}"/>
              </a:ext>
            </a:extLst>
          </p:cNvPr>
          <p:cNvSpPr txBox="1">
            <a:spLocks/>
          </p:cNvSpPr>
          <p:nvPr/>
        </p:nvSpPr>
        <p:spPr>
          <a:xfrm>
            <a:off x="8142169" y="4828341"/>
            <a:ext cx="1828550" cy="5770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 defTabSz="1304925" rtl="0" eaLnBrk="1" fontAlgn="base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FontTx/>
              <a:buNone/>
              <a:defRPr sz="4500" b="0" i="0" kern="1200">
                <a:solidFill>
                  <a:srgbClr val="4C4C4C"/>
                </a:solidFill>
                <a:latin typeface="BentonSans Book"/>
                <a:ea typeface="ＭＳ Ｐゴシック" charset="0"/>
                <a:cs typeface="BentonSans Book"/>
              </a:defRPr>
            </a:lvl1pPr>
            <a:lvl2pPr marL="1060450" indent="-407988" algn="l" defTabSz="1304925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4000" kern="1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2pPr>
            <a:lvl3pPr marL="1631950" indent="-325438" algn="l" defTabSz="1304925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400" kern="1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3pPr>
            <a:lvl4pPr marL="2284413" indent="-325438" algn="l" defTabSz="1304925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900" kern="1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4pPr>
            <a:lvl5pPr marL="2938463" indent="-325438" algn="l" defTabSz="1304925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900" kern="1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5pPr>
            <a:lvl6pPr marL="3592106" indent="-326555" algn="l" defTabSz="1306221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45216" indent="-326555" algn="l" defTabSz="1306221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98326" indent="-326555" algn="l" defTabSz="1306221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51437" indent="-326555" algn="l" defTabSz="1306221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117.9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3092882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96722D3-DFCF-4E5F-BF54-27866485CAB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/>
              <a:t>Let’s focus on 1918</a:t>
            </a:r>
          </a:p>
        </p:txBody>
      </p:sp>
      <p:pic>
        <p:nvPicPr>
          <p:cNvPr id="14" name="Content Placeholder 13" descr="A close up of a map&#10;&#10;Description automatically generated">
            <a:extLst>
              <a:ext uri="{FF2B5EF4-FFF2-40B4-BE49-F238E27FC236}">
                <a16:creationId xmlns:a16="http://schemas.microsoft.com/office/drawing/2014/main" id="{5CFDFB5F-B39E-4EC2-B311-4024F0175714}"/>
              </a:ext>
            </a:extLst>
          </p:cNvPr>
          <p:cNvPicPr>
            <a:picLocks noGrp="1" noChangeAspect="1"/>
          </p:cNvPicPr>
          <p:nvPr>
            <p:ph idx="14"/>
          </p:nvPr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833068" y="1175780"/>
            <a:ext cx="8583524" cy="5776563"/>
          </a:xfr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1256661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96722D3-DFCF-4E5F-BF54-27866485CAB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/>
              <a:t>Let’s focus on 1918</a:t>
            </a:r>
          </a:p>
        </p:txBody>
      </p:sp>
      <p:pic>
        <p:nvPicPr>
          <p:cNvPr id="5" name="Content Placeholder 4" descr="A screenshot of a cell phone&#10;&#10;Description automatically generated">
            <a:extLst>
              <a:ext uri="{FF2B5EF4-FFF2-40B4-BE49-F238E27FC236}">
                <a16:creationId xmlns:a16="http://schemas.microsoft.com/office/drawing/2014/main" id="{EED0B48A-554C-4449-BA7B-4A3F82B0A5C0}"/>
              </a:ext>
            </a:extLst>
          </p:cNvPr>
          <p:cNvPicPr>
            <a:picLocks noGrp="1" noChangeAspect="1"/>
          </p:cNvPicPr>
          <p:nvPr>
            <p:ph idx="14"/>
          </p:nvPr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430049" y="1848817"/>
            <a:ext cx="4722312" cy="4138624"/>
          </a:xfrm>
        </p:spPr>
      </p:pic>
      <p:sp>
        <p:nvSpPr>
          <p:cNvPr id="6" name="Text Placeholder 1">
            <a:extLst>
              <a:ext uri="{FF2B5EF4-FFF2-40B4-BE49-F238E27FC236}">
                <a16:creationId xmlns:a16="http://schemas.microsoft.com/office/drawing/2014/main" id="{D28841F4-96A8-49B9-8639-E3E9E8892204}"/>
              </a:ext>
            </a:extLst>
          </p:cNvPr>
          <p:cNvSpPr txBox="1">
            <a:spLocks/>
          </p:cNvSpPr>
          <p:nvPr/>
        </p:nvSpPr>
        <p:spPr>
          <a:xfrm>
            <a:off x="8142169" y="2472615"/>
            <a:ext cx="6102013" cy="5770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 defTabSz="1304925" rtl="0" eaLnBrk="1" fontAlgn="base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FontTx/>
              <a:buNone/>
              <a:defRPr sz="4500" b="0" i="0" kern="1200">
                <a:solidFill>
                  <a:srgbClr val="4C4C4C"/>
                </a:solidFill>
                <a:latin typeface="BentonSans Book"/>
                <a:ea typeface="ＭＳ Ｐゴシック" charset="0"/>
                <a:cs typeface="BentonSans Book"/>
              </a:defRPr>
            </a:lvl1pPr>
            <a:lvl2pPr marL="1060450" indent="-407988" algn="l" defTabSz="1304925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4000" kern="1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2pPr>
            <a:lvl3pPr marL="1631950" indent="-325438" algn="l" defTabSz="1304925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400" kern="1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3pPr>
            <a:lvl4pPr marL="2284413" indent="-325438" algn="l" defTabSz="1304925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900" kern="1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4pPr>
            <a:lvl5pPr marL="2938463" indent="-325438" algn="l" defTabSz="1304925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900" kern="1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5pPr>
            <a:lvl6pPr marL="3592106" indent="-326555" algn="l" defTabSz="1306221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45216" indent="-326555" algn="l" defTabSz="1306221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98326" indent="-326555" algn="l" defTabSz="1306221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51437" indent="-326555" algn="l" defTabSz="1306221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AVG Aggregation</a:t>
            </a:r>
          </a:p>
        </p:txBody>
      </p:sp>
      <p:sp>
        <p:nvSpPr>
          <p:cNvPr id="7" name="Right Bracket 6">
            <a:extLst>
              <a:ext uri="{FF2B5EF4-FFF2-40B4-BE49-F238E27FC236}">
                <a16:creationId xmlns:a16="http://schemas.microsoft.com/office/drawing/2014/main" id="{C55B40D7-32C5-45A9-B132-C531150E11B8}"/>
              </a:ext>
            </a:extLst>
          </p:cNvPr>
          <p:cNvSpPr/>
          <p:nvPr/>
        </p:nvSpPr>
        <p:spPr>
          <a:xfrm>
            <a:off x="7315200" y="4346532"/>
            <a:ext cx="221083" cy="1540701"/>
          </a:xfrm>
          <a:prstGeom prst="rightBracket">
            <a:avLst/>
          </a:prstGeom>
          <a:ln w="76200" cmpd="sng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 Placeholder 1">
            <a:extLst>
              <a:ext uri="{FF2B5EF4-FFF2-40B4-BE49-F238E27FC236}">
                <a16:creationId xmlns:a16="http://schemas.microsoft.com/office/drawing/2014/main" id="{320DD249-D972-476C-9AD4-FD5BCB23E02E}"/>
              </a:ext>
            </a:extLst>
          </p:cNvPr>
          <p:cNvSpPr txBox="1">
            <a:spLocks/>
          </p:cNvSpPr>
          <p:nvPr/>
        </p:nvSpPr>
        <p:spPr>
          <a:xfrm>
            <a:off x="8142169" y="4828341"/>
            <a:ext cx="1828550" cy="5770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 defTabSz="1304925" rtl="0" eaLnBrk="1" fontAlgn="base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FontTx/>
              <a:buNone/>
              <a:defRPr sz="4500" b="0" i="0" kern="1200">
                <a:solidFill>
                  <a:srgbClr val="4C4C4C"/>
                </a:solidFill>
                <a:latin typeface="BentonSans Book"/>
                <a:ea typeface="ＭＳ Ｐゴシック" charset="0"/>
                <a:cs typeface="BentonSans Book"/>
              </a:defRPr>
            </a:lvl1pPr>
            <a:lvl2pPr marL="1060450" indent="-407988" algn="l" defTabSz="1304925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4000" kern="1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2pPr>
            <a:lvl3pPr marL="1631950" indent="-325438" algn="l" defTabSz="1304925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400" kern="1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3pPr>
            <a:lvl4pPr marL="2284413" indent="-325438" algn="l" defTabSz="1304925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900" kern="1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4pPr>
            <a:lvl5pPr marL="2938463" indent="-325438" algn="l" defTabSz="1304925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900" kern="1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5pPr>
            <a:lvl6pPr marL="3592106" indent="-326555" algn="l" defTabSz="1306221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45216" indent="-326555" algn="l" defTabSz="1306221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98326" indent="-326555" algn="l" defTabSz="1306221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51437" indent="-326555" algn="l" defTabSz="1306221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39.3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821406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96722D3-DFCF-4E5F-BF54-27866485CAB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/>
              <a:t>Let’s focus on 1918</a:t>
            </a:r>
          </a:p>
        </p:txBody>
      </p:sp>
      <p:pic>
        <p:nvPicPr>
          <p:cNvPr id="5" name="Content Placeholder 4" descr="A screenshot of a cell phone&#10;&#10;Description automatically generated">
            <a:extLst>
              <a:ext uri="{FF2B5EF4-FFF2-40B4-BE49-F238E27FC236}">
                <a16:creationId xmlns:a16="http://schemas.microsoft.com/office/drawing/2014/main" id="{EED0B48A-554C-4449-BA7B-4A3F82B0A5C0}"/>
              </a:ext>
            </a:extLst>
          </p:cNvPr>
          <p:cNvPicPr>
            <a:picLocks noGrp="1" noChangeAspect="1"/>
          </p:cNvPicPr>
          <p:nvPr>
            <p:ph idx="14"/>
          </p:nvPr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430049" y="1848817"/>
            <a:ext cx="4722312" cy="4138624"/>
          </a:xfrm>
        </p:spPr>
      </p:pic>
      <p:sp>
        <p:nvSpPr>
          <p:cNvPr id="6" name="Text Placeholder 1">
            <a:extLst>
              <a:ext uri="{FF2B5EF4-FFF2-40B4-BE49-F238E27FC236}">
                <a16:creationId xmlns:a16="http://schemas.microsoft.com/office/drawing/2014/main" id="{D28841F4-96A8-49B9-8639-E3E9E8892204}"/>
              </a:ext>
            </a:extLst>
          </p:cNvPr>
          <p:cNvSpPr txBox="1">
            <a:spLocks/>
          </p:cNvSpPr>
          <p:nvPr/>
        </p:nvSpPr>
        <p:spPr>
          <a:xfrm>
            <a:off x="8142169" y="2472615"/>
            <a:ext cx="6102013" cy="5770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 defTabSz="1304925" rtl="0" eaLnBrk="1" fontAlgn="base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FontTx/>
              <a:buNone/>
              <a:defRPr sz="4500" b="0" i="0" kern="1200">
                <a:solidFill>
                  <a:srgbClr val="4C4C4C"/>
                </a:solidFill>
                <a:latin typeface="BentonSans Book"/>
                <a:ea typeface="ＭＳ Ｐゴシック" charset="0"/>
                <a:cs typeface="BentonSans Book"/>
              </a:defRPr>
            </a:lvl1pPr>
            <a:lvl2pPr marL="1060450" indent="-407988" algn="l" defTabSz="1304925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4000" kern="1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2pPr>
            <a:lvl3pPr marL="1631950" indent="-325438" algn="l" defTabSz="1304925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400" kern="1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3pPr>
            <a:lvl4pPr marL="2284413" indent="-325438" algn="l" defTabSz="1304925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900" kern="1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4pPr>
            <a:lvl5pPr marL="2938463" indent="-325438" algn="l" defTabSz="1304925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900" kern="1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5pPr>
            <a:lvl6pPr marL="3592106" indent="-326555" algn="l" defTabSz="1306221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45216" indent="-326555" algn="l" defTabSz="1306221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98326" indent="-326555" algn="l" defTabSz="1306221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51437" indent="-326555" algn="l" defTabSz="1306221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MEDIAN Aggregation</a:t>
            </a:r>
          </a:p>
        </p:txBody>
      </p:sp>
      <p:sp>
        <p:nvSpPr>
          <p:cNvPr id="7" name="Right Bracket 6">
            <a:extLst>
              <a:ext uri="{FF2B5EF4-FFF2-40B4-BE49-F238E27FC236}">
                <a16:creationId xmlns:a16="http://schemas.microsoft.com/office/drawing/2014/main" id="{C55B40D7-32C5-45A9-B132-C531150E11B8}"/>
              </a:ext>
            </a:extLst>
          </p:cNvPr>
          <p:cNvSpPr/>
          <p:nvPr/>
        </p:nvSpPr>
        <p:spPr>
          <a:xfrm>
            <a:off x="7315200" y="4346532"/>
            <a:ext cx="221083" cy="1540701"/>
          </a:xfrm>
          <a:prstGeom prst="rightBracket">
            <a:avLst/>
          </a:prstGeom>
          <a:ln w="76200" cmpd="sng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 Placeholder 1">
            <a:extLst>
              <a:ext uri="{FF2B5EF4-FFF2-40B4-BE49-F238E27FC236}">
                <a16:creationId xmlns:a16="http://schemas.microsoft.com/office/drawing/2014/main" id="{320DD249-D972-476C-9AD4-FD5BCB23E02E}"/>
              </a:ext>
            </a:extLst>
          </p:cNvPr>
          <p:cNvSpPr txBox="1">
            <a:spLocks/>
          </p:cNvSpPr>
          <p:nvPr/>
        </p:nvSpPr>
        <p:spPr>
          <a:xfrm>
            <a:off x="8142169" y="4828341"/>
            <a:ext cx="1828550" cy="5770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 defTabSz="1304925" rtl="0" eaLnBrk="1" fontAlgn="base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FontTx/>
              <a:buNone/>
              <a:defRPr sz="4500" b="0" i="0" kern="1200">
                <a:solidFill>
                  <a:srgbClr val="4C4C4C"/>
                </a:solidFill>
                <a:latin typeface="BentonSans Book"/>
                <a:ea typeface="ＭＳ Ｐゴシック" charset="0"/>
                <a:cs typeface="BentonSans Book"/>
              </a:defRPr>
            </a:lvl1pPr>
            <a:lvl2pPr marL="1060450" indent="-407988" algn="l" defTabSz="1304925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4000" kern="1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2pPr>
            <a:lvl3pPr marL="1631950" indent="-325438" algn="l" defTabSz="1304925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400" kern="1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3pPr>
            <a:lvl4pPr marL="2284413" indent="-325438" algn="l" defTabSz="1304925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900" kern="1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4pPr>
            <a:lvl5pPr marL="2938463" indent="-325438" algn="l" defTabSz="1304925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900" kern="1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5pPr>
            <a:lvl6pPr marL="3592106" indent="-326555" algn="l" defTabSz="1306221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45216" indent="-326555" algn="l" defTabSz="1306221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98326" indent="-326555" algn="l" defTabSz="1306221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51437" indent="-326555" algn="l" defTabSz="1306221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39.1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1843923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96722D3-DFCF-4E5F-BF54-27866485CAB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/>
              <a:t>Let’s focus on 1918</a:t>
            </a:r>
          </a:p>
        </p:txBody>
      </p:sp>
      <p:pic>
        <p:nvPicPr>
          <p:cNvPr id="5" name="Content Placeholder 4" descr="A screenshot of a cell phone&#10;&#10;Description automatically generated">
            <a:extLst>
              <a:ext uri="{FF2B5EF4-FFF2-40B4-BE49-F238E27FC236}">
                <a16:creationId xmlns:a16="http://schemas.microsoft.com/office/drawing/2014/main" id="{EED0B48A-554C-4449-BA7B-4A3F82B0A5C0}"/>
              </a:ext>
            </a:extLst>
          </p:cNvPr>
          <p:cNvPicPr>
            <a:picLocks noGrp="1" noChangeAspect="1"/>
          </p:cNvPicPr>
          <p:nvPr>
            <p:ph idx="14"/>
          </p:nvPr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430049" y="1848817"/>
            <a:ext cx="4722312" cy="4138624"/>
          </a:xfrm>
        </p:spPr>
      </p:pic>
      <p:sp>
        <p:nvSpPr>
          <p:cNvPr id="6" name="Text Placeholder 1">
            <a:extLst>
              <a:ext uri="{FF2B5EF4-FFF2-40B4-BE49-F238E27FC236}">
                <a16:creationId xmlns:a16="http://schemas.microsoft.com/office/drawing/2014/main" id="{D28841F4-96A8-49B9-8639-E3E9E8892204}"/>
              </a:ext>
            </a:extLst>
          </p:cNvPr>
          <p:cNvSpPr txBox="1">
            <a:spLocks/>
          </p:cNvSpPr>
          <p:nvPr/>
        </p:nvSpPr>
        <p:spPr>
          <a:xfrm>
            <a:off x="8142169" y="2472615"/>
            <a:ext cx="6102013" cy="5770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 defTabSz="1304925" rtl="0" eaLnBrk="1" fontAlgn="base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FontTx/>
              <a:buNone/>
              <a:defRPr sz="4500" b="0" i="0" kern="1200">
                <a:solidFill>
                  <a:srgbClr val="4C4C4C"/>
                </a:solidFill>
                <a:latin typeface="BentonSans Book"/>
                <a:ea typeface="ＭＳ Ｐゴシック" charset="0"/>
                <a:cs typeface="BentonSans Book"/>
              </a:defRPr>
            </a:lvl1pPr>
            <a:lvl2pPr marL="1060450" indent="-407988" algn="l" defTabSz="1304925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4000" kern="1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2pPr>
            <a:lvl3pPr marL="1631950" indent="-325438" algn="l" defTabSz="1304925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400" kern="1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3pPr>
            <a:lvl4pPr marL="2284413" indent="-325438" algn="l" defTabSz="1304925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900" kern="1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4pPr>
            <a:lvl5pPr marL="2938463" indent="-325438" algn="l" defTabSz="1304925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900" kern="1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5pPr>
            <a:lvl6pPr marL="3592106" indent="-326555" algn="l" defTabSz="1306221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45216" indent="-326555" algn="l" defTabSz="1306221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98326" indent="-326555" algn="l" defTabSz="1306221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51437" indent="-326555" algn="l" defTabSz="1306221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CNT Aggregation</a:t>
            </a:r>
          </a:p>
        </p:txBody>
      </p:sp>
      <p:sp>
        <p:nvSpPr>
          <p:cNvPr id="7" name="Right Bracket 6">
            <a:extLst>
              <a:ext uri="{FF2B5EF4-FFF2-40B4-BE49-F238E27FC236}">
                <a16:creationId xmlns:a16="http://schemas.microsoft.com/office/drawing/2014/main" id="{C55B40D7-32C5-45A9-B132-C531150E11B8}"/>
              </a:ext>
            </a:extLst>
          </p:cNvPr>
          <p:cNvSpPr/>
          <p:nvPr/>
        </p:nvSpPr>
        <p:spPr>
          <a:xfrm>
            <a:off x="7315200" y="4346532"/>
            <a:ext cx="221083" cy="1540701"/>
          </a:xfrm>
          <a:prstGeom prst="rightBracket">
            <a:avLst/>
          </a:prstGeom>
          <a:ln w="76200" cmpd="sng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 Placeholder 1">
            <a:extLst>
              <a:ext uri="{FF2B5EF4-FFF2-40B4-BE49-F238E27FC236}">
                <a16:creationId xmlns:a16="http://schemas.microsoft.com/office/drawing/2014/main" id="{320DD249-D972-476C-9AD4-FD5BCB23E02E}"/>
              </a:ext>
            </a:extLst>
          </p:cNvPr>
          <p:cNvSpPr txBox="1">
            <a:spLocks/>
          </p:cNvSpPr>
          <p:nvPr/>
        </p:nvSpPr>
        <p:spPr>
          <a:xfrm>
            <a:off x="8142169" y="4828341"/>
            <a:ext cx="1828550" cy="5770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 defTabSz="1304925" rtl="0" eaLnBrk="1" fontAlgn="base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FontTx/>
              <a:buNone/>
              <a:defRPr sz="4500" b="0" i="0" kern="1200">
                <a:solidFill>
                  <a:srgbClr val="4C4C4C"/>
                </a:solidFill>
                <a:latin typeface="BentonSans Book"/>
                <a:ea typeface="ＭＳ Ｐゴシック" charset="0"/>
                <a:cs typeface="BentonSans Book"/>
              </a:defRPr>
            </a:lvl1pPr>
            <a:lvl2pPr marL="1060450" indent="-407988" algn="l" defTabSz="1304925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4000" kern="1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2pPr>
            <a:lvl3pPr marL="1631950" indent="-325438" algn="l" defTabSz="1304925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400" kern="1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3pPr>
            <a:lvl4pPr marL="2284413" indent="-325438" algn="l" defTabSz="1304925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900" kern="1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4pPr>
            <a:lvl5pPr marL="2938463" indent="-325438" algn="l" defTabSz="1304925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900" kern="1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5pPr>
            <a:lvl6pPr marL="3592106" indent="-326555" algn="l" defTabSz="1306221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45216" indent="-326555" algn="l" defTabSz="1306221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98326" indent="-326555" algn="l" defTabSz="1306221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51437" indent="-326555" algn="l" defTabSz="1306221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3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737060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96722D3-DFCF-4E5F-BF54-27866485CAB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/>
              <a:t>Let’s focus on 1918</a:t>
            </a:r>
          </a:p>
        </p:txBody>
      </p:sp>
      <p:pic>
        <p:nvPicPr>
          <p:cNvPr id="5" name="Content Placeholder 4" descr="A screenshot of a cell phone&#10;&#10;Description automatically generated">
            <a:extLst>
              <a:ext uri="{FF2B5EF4-FFF2-40B4-BE49-F238E27FC236}">
                <a16:creationId xmlns:a16="http://schemas.microsoft.com/office/drawing/2014/main" id="{EED0B48A-554C-4449-BA7B-4A3F82B0A5C0}"/>
              </a:ext>
            </a:extLst>
          </p:cNvPr>
          <p:cNvPicPr>
            <a:picLocks noGrp="1" noChangeAspect="1"/>
          </p:cNvPicPr>
          <p:nvPr>
            <p:ph idx="14"/>
          </p:nvPr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430049" y="1848817"/>
            <a:ext cx="4722312" cy="4138624"/>
          </a:xfrm>
        </p:spPr>
      </p:pic>
      <p:sp>
        <p:nvSpPr>
          <p:cNvPr id="6" name="Text Placeholder 1">
            <a:extLst>
              <a:ext uri="{FF2B5EF4-FFF2-40B4-BE49-F238E27FC236}">
                <a16:creationId xmlns:a16="http://schemas.microsoft.com/office/drawing/2014/main" id="{D28841F4-96A8-49B9-8639-E3E9E8892204}"/>
              </a:ext>
            </a:extLst>
          </p:cNvPr>
          <p:cNvSpPr txBox="1">
            <a:spLocks/>
          </p:cNvSpPr>
          <p:nvPr/>
        </p:nvSpPr>
        <p:spPr>
          <a:xfrm>
            <a:off x="8142169" y="2472615"/>
            <a:ext cx="6102013" cy="5770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 defTabSz="1304925" rtl="0" eaLnBrk="1" fontAlgn="base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FontTx/>
              <a:buNone/>
              <a:defRPr sz="4500" b="0" i="0" kern="1200">
                <a:solidFill>
                  <a:srgbClr val="4C4C4C"/>
                </a:solidFill>
                <a:latin typeface="BentonSans Book"/>
                <a:ea typeface="ＭＳ Ｐゴシック" charset="0"/>
                <a:cs typeface="BentonSans Book"/>
              </a:defRPr>
            </a:lvl1pPr>
            <a:lvl2pPr marL="1060450" indent="-407988" algn="l" defTabSz="1304925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4000" kern="1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2pPr>
            <a:lvl3pPr marL="1631950" indent="-325438" algn="l" defTabSz="1304925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400" kern="1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3pPr>
            <a:lvl4pPr marL="2284413" indent="-325438" algn="l" defTabSz="1304925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900" kern="1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4pPr>
            <a:lvl5pPr marL="2938463" indent="-325438" algn="l" defTabSz="1304925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900" kern="1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5pPr>
            <a:lvl6pPr marL="3592106" indent="-326555" algn="l" defTabSz="1306221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45216" indent="-326555" algn="l" defTabSz="1306221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98326" indent="-326555" algn="l" defTabSz="1306221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51437" indent="-326555" algn="l" defTabSz="1306221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MIN Aggregation</a:t>
            </a:r>
          </a:p>
        </p:txBody>
      </p:sp>
      <p:sp>
        <p:nvSpPr>
          <p:cNvPr id="7" name="Right Bracket 6">
            <a:extLst>
              <a:ext uri="{FF2B5EF4-FFF2-40B4-BE49-F238E27FC236}">
                <a16:creationId xmlns:a16="http://schemas.microsoft.com/office/drawing/2014/main" id="{C55B40D7-32C5-45A9-B132-C531150E11B8}"/>
              </a:ext>
            </a:extLst>
          </p:cNvPr>
          <p:cNvSpPr/>
          <p:nvPr/>
        </p:nvSpPr>
        <p:spPr>
          <a:xfrm>
            <a:off x="7315200" y="4346532"/>
            <a:ext cx="221083" cy="1540701"/>
          </a:xfrm>
          <a:prstGeom prst="rightBracket">
            <a:avLst/>
          </a:prstGeom>
          <a:ln w="76200" cmpd="sng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 Placeholder 1">
            <a:extLst>
              <a:ext uri="{FF2B5EF4-FFF2-40B4-BE49-F238E27FC236}">
                <a16:creationId xmlns:a16="http://schemas.microsoft.com/office/drawing/2014/main" id="{320DD249-D972-476C-9AD4-FD5BCB23E02E}"/>
              </a:ext>
            </a:extLst>
          </p:cNvPr>
          <p:cNvSpPr txBox="1">
            <a:spLocks/>
          </p:cNvSpPr>
          <p:nvPr/>
        </p:nvSpPr>
        <p:spPr>
          <a:xfrm>
            <a:off x="8142169" y="4828341"/>
            <a:ext cx="1828550" cy="5770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 defTabSz="1304925" rtl="0" eaLnBrk="1" fontAlgn="base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FontTx/>
              <a:buNone/>
              <a:defRPr sz="4500" b="0" i="0" kern="1200">
                <a:solidFill>
                  <a:srgbClr val="4C4C4C"/>
                </a:solidFill>
                <a:latin typeface="BentonSans Book"/>
                <a:ea typeface="ＭＳ Ｐゴシック" charset="0"/>
                <a:cs typeface="BentonSans Book"/>
              </a:defRPr>
            </a:lvl1pPr>
            <a:lvl2pPr marL="1060450" indent="-407988" algn="l" defTabSz="1304925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4000" kern="1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2pPr>
            <a:lvl3pPr marL="1631950" indent="-325438" algn="l" defTabSz="1304925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400" kern="1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3pPr>
            <a:lvl4pPr marL="2284413" indent="-325438" algn="l" defTabSz="1304925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900" kern="1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4pPr>
            <a:lvl5pPr marL="2938463" indent="-325438" algn="l" defTabSz="1304925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900" kern="1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5pPr>
            <a:lvl6pPr marL="3592106" indent="-326555" algn="l" defTabSz="1306221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45216" indent="-326555" algn="l" defTabSz="1306221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98326" indent="-326555" algn="l" defTabSz="1306221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51437" indent="-326555" algn="l" defTabSz="1306221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36.6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1843473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96722D3-DFCF-4E5F-BF54-27866485CAB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/>
              <a:t>Let’s focus on 1918</a:t>
            </a:r>
          </a:p>
        </p:txBody>
      </p:sp>
      <p:pic>
        <p:nvPicPr>
          <p:cNvPr id="5" name="Content Placeholder 4" descr="A screenshot of a cell phone&#10;&#10;Description automatically generated">
            <a:extLst>
              <a:ext uri="{FF2B5EF4-FFF2-40B4-BE49-F238E27FC236}">
                <a16:creationId xmlns:a16="http://schemas.microsoft.com/office/drawing/2014/main" id="{EED0B48A-554C-4449-BA7B-4A3F82B0A5C0}"/>
              </a:ext>
            </a:extLst>
          </p:cNvPr>
          <p:cNvPicPr>
            <a:picLocks noGrp="1" noChangeAspect="1"/>
          </p:cNvPicPr>
          <p:nvPr>
            <p:ph idx="14"/>
          </p:nvPr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430049" y="1848817"/>
            <a:ext cx="4722312" cy="4138624"/>
          </a:xfrm>
        </p:spPr>
      </p:pic>
      <p:sp>
        <p:nvSpPr>
          <p:cNvPr id="6" name="Text Placeholder 1">
            <a:extLst>
              <a:ext uri="{FF2B5EF4-FFF2-40B4-BE49-F238E27FC236}">
                <a16:creationId xmlns:a16="http://schemas.microsoft.com/office/drawing/2014/main" id="{D28841F4-96A8-49B9-8639-E3E9E8892204}"/>
              </a:ext>
            </a:extLst>
          </p:cNvPr>
          <p:cNvSpPr txBox="1">
            <a:spLocks/>
          </p:cNvSpPr>
          <p:nvPr/>
        </p:nvSpPr>
        <p:spPr>
          <a:xfrm>
            <a:off x="8142169" y="2472615"/>
            <a:ext cx="6102013" cy="5770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 defTabSz="1304925" rtl="0" eaLnBrk="1" fontAlgn="base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FontTx/>
              <a:buNone/>
              <a:defRPr sz="4500" b="0" i="0" kern="1200">
                <a:solidFill>
                  <a:srgbClr val="4C4C4C"/>
                </a:solidFill>
                <a:latin typeface="BentonSans Book"/>
                <a:ea typeface="ＭＳ Ｐゴシック" charset="0"/>
                <a:cs typeface="BentonSans Book"/>
              </a:defRPr>
            </a:lvl1pPr>
            <a:lvl2pPr marL="1060450" indent="-407988" algn="l" defTabSz="1304925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4000" kern="1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2pPr>
            <a:lvl3pPr marL="1631950" indent="-325438" algn="l" defTabSz="1304925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400" kern="1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3pPr>
            <a:lvl4pPr marL="2284413" indent="-325438" algn="l" defTabSz="1304925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900" kern="1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4pPr>
            <a:lvl5pPr marL="2938463" indent="-325438" algn="l" defTabSz="1304925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900" kern="1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5pPr>
            <a:lvl6pPr marL="3592106" indent="-326555" algn="l" defTabSz="1306221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45216" indent="-326555" algn="l" defTabSz="1306221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98326" indent="-326555" algn="l" defTabSz="1306221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51437" indent="-326555" algn="l" defTabSz="1306221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MAX Aggregation</a:t>
            </a:r>
          </a:p>
        </p:txBody>
      </p:sp>
      <p:sp>
        <p:nvSpPr>
          <p:cNvPr id="7" name="Right Bracket 6">
            <a:extLst>
              <a:ext uri="{FF2B5EF4-FFF2-40B4-BE49-F238E27FC236}">
                <a16:creationId xmlns:a16="http://schemas.microsoft.com/office/drawing/2014/main" id="{C55B40D7-32C5-45A9-B132-C531150E11B8}"/>
              </a:ext>
            </a:extLst>
          </p:cNvPr>
          <p:cNvSpPr/>
          <p:nvPr/>
        </p:nvSpPr>
        <p:spPr>
          <a:xfrm>
            <a:off x="7315200" y="4346532"/>
            <a:ext cx="221083" cy="1540701"/>
          </a:xfrm>
          <a:prstGeom prst="rightBracket">
            <a:avLst/>
          </a:prstGeom>
          <a:ln w="76200" cmpd="sng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 Placeholder 1">
            <a:extLst>
              <a:ext uri="{FF2B5EF4-FFF2-40B4-BE49-F238E27FC236}">
                <a16:creationId xmlns:a16="http://schemas.microsoft.com/office/drawing/2014/main" id="{320DD249-D972-476C-9AD4-FD5BCB23E02E}"/>
              </a:ext>
            </a:extLst>
          </p:cNvPr>
          <p:cNvSpPr txBox="1">
            <a:spLocks/>
          </p:cNvSpPr>
          <p:nvPr/>
        </p:nvSpPr>
        <p:spPr>
          <a:xfrm>
            <a:off x="8142169" y="4828341"/>
            <a:ext cx="1828550" cy="5770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 defTabSz="1304925" rtl="0" eaLnBrk="1" fontAlgn="base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FontTx/>
              <a:buNone/>
              <a:defRPr sz="4500" b="0" i="0" kern="1200">
                <a:solidFill>
                  <a:srgbClr val="4C4C4C"/>
                </a:solidFill>
                <a:latin typeface="BentonSans Book"/>
                <a:ea typeface="ＭＳ Ｐゴシック" charset="0"/>
                <a:cs typeface="BentonSans Book"/>
              </a:defRPr>
            </a:lvl1pPr>
            <a:lvl2pPr marL="1060450" indent="-407988" algn="l" defTabSz="1304925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4000" kern="1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2pPr>
            <a:lvl3pPr marL="1631950" indent="-325438" algn="l" defTabSz="1304925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400" kern="1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3pPr>
            <a:lvl4pPr marL="2284413" indent="-325438" algn="l" defTabSz="1304925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900" kern="1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4pPr>
            <a:lvl5pPr marL="2938463" indent="-325438" algn="l" defTabSz="1304925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900" kern="1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5pPr>
            <a:lvl6pPr marL="3592106" indent="-326555" algn="l" defTabSz="1306221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45216" indent="-326555" algn="l" defTabSz="1306221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98326" indent="-326555" algn="l" defTabSz="1306221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51437" indent="-326555" algn="l" defTabSz="1306221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42.2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054840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59C7852C-D93F-49F4-AB31-DACB04EA5B6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10057" y="172815"/>
            <a:ext cx="13269093" cy="567848"/>
          </a:xfrm>
          <a:prstGeom prst="rect">
            <a:avLst/>
          </a:prstGeom>
        </p:spPr>
        <p:txBody>
          <a:bodyPr/>
          <a:lstStyle/>
          <a:p>
            <a:pPr defTabSz="1306221" fontAlgn="auto">
              <a:lnSpc>
                <a:spcPct val="80000"/>
              </a:lnSpc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>
                <a:ea typeface="+mn-ea"/>
              </a:rPr>
              <a:t>Practice with Aggregations-Life Expectancy Data </a:t>
            </a:r>
          </a:p>
        </p:txBody>
      </p:sp>
      <p:pic>
        <p:nvPicPr>
          <p:cNvPr id="4" name="Picture 3" descr="A close up of a map&#10;&#10;Description automatically generated">
            <a:extLst>
              <a:ext uri="{FF2B5EF4-FFF2-40B4-BE49-F238E27FC236}">
                <a16:creationId xmlns:a16="http://schemas.microsoft.com/office/drawing/2014/main" id="{8D954C4B-B63B-46EE-9EDB-B18B68D97FBA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974537" y="1088571"/>
            <a:ext cx="11004613" cy="5834743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43C71B3-9D9D-4C7F-8589-ADDD9BAA4264}"/>
              </a:ext>
            </a:extLst>
          </p:cNvPr>
          <p:cNvSpPr txBox="1"/>
          <p:nvPr/>
        </p:nvSpPr>
        <p:spPr>
          <a:xfrm>
            <a:off x="174172" y="1088571"/>
            <a:ext cx="245291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+mn-lt"/>
              </a:rPr>
              <a:t>Drag </a:t>
            </a:r>
            <a:r>
              <a:rPr lang="en-US" sz="2800" b="1" dirty="0">
                <a:latin typeface="+mn-lt"/>
              </a:rPr>
              <a:t>Sex</a:t>
            </a:r>
            <a:r>
              <a:rPr lang="en-US" sz="2800" dirty="0">
                <a:latin typeface="+mn-lt"/>
              </a:rPr>
              <a:t> onto color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854228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4C4C4C"/>
                </a:solidFill>
                <a:latin typeface="BentonSans Book" charset="0"/>
              </a:rPr>
              <a:t>Granularity</a:t>
            </a:r>
            <a:endParaRPr lang="en-US"/>
          </a:p>
        </p:txBody>
      </p:sp>
    </p:spTree>
    <p:custDataLst>
      <p:tags r:id="rId1"/>
    </p:custData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1"/>
          <p:cNvSpPr>
            <a:spLocks noGrp="1"/>
          </p:cNvSpPr>
          <p:nvPr>
            <p:ph type="body" sz="quarter" idx="12"/>
          </p:nvPr>
        </p:nvSpPr>
        <p:spPr>
          <a:prstGeom prst="rect">
            <a:avLst/>
          </a:prstGeom>
        </p:spPr>
        <p:txBody>
          <a:bodyPr/>
          <a:lstStyle/>
          <a:p>
            <a:pPr defTabSz="1306221" fontAlgn="auto">
              <a:lnSpc>
                <a:spcPct val="80000"/>
              </a:lnSpc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>
                <a:ea typeface="+mn-ea"/>
              </a:rPr>
              <a:t>Granularity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4"/>
          </p:nvPr>
        </p:nvSpPr>
        <p:spPr>
          <a:xfrm>
            <a:off x="704476" y="1893515"/>
            <a:ext cx="13274793" cy="2800767"/>
          </a:xfrm>
        </p:spPr>
        <p:txBody>
          <a:bodyPr wrap="square" lIns="0" tIns="0" rIns="0" bIns="0" anchor="t">
            <a:spAutoFit/>
          </a:bodyPr>
          <a:lstStyle/>
          <a:p>
            <a:pPr marL="463550" indent="-457200">
              <a:buFont typeface="Arial" panose="020B0604020202020204" pitchFamily="34" charset="0"/>
              <a:buChar char="•"/>
            </a:pPr>
            <a:r>
              <a:rPr lang="en-US" dirty="0">
                <a:ea typeface="ＭＳ Ｐゴシック"/>
              </a:rPr>
              <a:t>Refers to how detailed the data is. What does a row (aka record) in the data set represent? A person with malaria? A provinces' total cases of malaria for the month? That's the granularity.</a:t>
            </a:r>
          </a:p>
          <a:p>
            <a:pPr marL="463550" indent="-457200">
              <a:buFont typeface="Arial" panose="020B0604020202020204" pitchFamily="34" charset="0"/>
              <a:buChar char="•"/>
            </a:pPr>
            <a:endParaRPr lang="en-US"/>
          </a:p>
          <a:p>
            <a:pPr marL="463550" indent="-457200">
              <a:buFont typeface="Arial" panose="020B0604020202020204" pitchFamily="34" charset="0"/>
              <a:buChar char="•"/>
            </a:pPr>
            <a:r>
              <a:rPr lang="en-US" dirty="0">
                <a:ea typeface="ＭＳ Ｐゴシック"/>
              </a:rPr>
              <a:t>Knowing the granularity of the data is crucial to working with LOD (level of detail) expressions. </a:t>
            </a:r>
            <a:endParaRPr lang="en-US" sz="3200" b="1">
              <a:ea typeface="+mn-ea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9664267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710057" y="222919"/>
            <a:ext cx="13269093" cy="577081"/>
          </a:xfrm>
          <a:prstGeom prst="rect">
            <a:avLst/>
          </a:prstGeom>
        </p:spPr>
        <p:txBody>
          <a:bodyPr/>
          <a:lstStyle/>
          <a:p>
            <a:pPr defTabSz="1306221" fontAlgn="auto">
              <a:lnSpc>
                <a:spcPct val="80000"/>
              </a:lnSpc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dirty="0">
                <a:ea typeface="+mn-ea"/>
              </a:rPr>
              <a:t>Scatterplot Example</a:t>
            </a:r>
          </a:p>
        </p:txBody>
      </p:sp>
      <p:pic>
        <p:nvPicPr>
          <p:cNvPr id="7" name="Picture 6" descr="A screenshot of a map&#10;&#10;Description automatically generated">
            <a:extLst>
              <a:ext uri="{FF2B5EF4-FFF2-40B4-BE49-F238E27FC236}">
                <a16:creationId xmlns:a16="http://schemas.microsoft.com/office/drawing/2014/main" id="{3702A4BB-261E-4C5F-A03F-5E37F591F81F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169248" y="800000"/>
            <a:ext cx="8751095" cy="6109657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4F68A54-0130-4496-A204-E754EE263E28}"/>
              </a:ext>
            </a:extLst>
          </p:cNvPr>
          <p:cNvSpPr txBox="1"/>
          <p:nvPr/>
        </p:nvSpPr>
        <p:spPr>
          <a:xfrm>
            <a:off x="435428" y="1335312"/>
            <a:ext cx="4470401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+mn-lt"/>
              </a:rPr>
              <a:t>Open New Worksheet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+mn-lt"/>
              </a:rPr>
              <a:t>Drag </a:t>
            </a:r>
            <a:r>
              <a:rPr lang="en-US" sz="2800" b="1" dirty="0">
                <a:latin typeface="+mn-lt"/>
              </a:rPr>
              <a:t>Age-adjusted Death Rate </a:t>
            </a:r>
            <a:r>
              <a:rPr lang="en-US" sz="2800" dirty="0">
                <a:latin typeface="+mn-lt"/>
              </a:rPr>
              <a:t>to columns shelf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+mn-lt"/>
              </a:rPr>
              <a:t>Drag </a:t>
            </a:r>
            <a:r>
              <a:rPr lang="en-US" sz="2800" b="1" dirty="0">
                <a:latin typeface="+mn-lt"/>
              </a:rPr>
              <a:t>Life Expectancy </a:t>
            </a:r>
            <a:r>
              <a:rPr lang="en-US" sz="2800" dirty="0">
                <a:latin typeface="+mn-lt"/>
              </a:rPr>
              <a:t>to Rows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908441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710057" y="222919"/>
            <a:ext cx="13269093" cy="577081"/>
          </a:xfrm>
          <a:prstGeom prst="rect">
            <a:avLst/>
          </a:prstGeom>
        </p:spPr>
        <p:txBody>
          <a:bodyPr/>
          <a:lstStyle/>
          <a:p>
            <a:pPr defTabSz="1306221" fontAlgn="auto">
              <a:lnSpc>
                <a:spcPct val="80000"/>
              </a:lnSpc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>
                <a:ea typeface="+mn-ea"/>
              </a:rPr>
              <a:t>Scatterplot Example</a:t>
            </a:r>
          </a:p>
        </p:txBody>
      </p:sp>
      <p:pic>
        <p:nvPicPr>
          <p:cNvPr id="4" name="Picture 3" descr="A screenshot of a computer&#10;&#10;Description automatically generated">
            <a:extLst>
              <a:ext uri="{FF2B5EF4-FFF2-40B4-BE49-F238E27FC236}">
                <a16:creationId xmlns:a16="http://schemas.microsoft.com/office/drawing/2014/main" id="{EA4B9CE5-CCEE-4275-8721-BBEE7619CB0A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355771" y="1045029"/>
            <a:ext cx="8906258" cy="5907314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B702C5F-5E81-47EB-845F-C1586FEAB3A9}"/>
              </a:ext>
            </a:extLst>
          </p:cNvPr>
          <p:cNvSpPr txBox="1"/>
          <p:nvPr/>
        </p:nvSpPr>
        <p:spPr>
          <a:xfrm>
            <a:off x="435428" y="1335312"/>
            <a:ext cx="4470401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>
                    <a:lumMod val="85000"/>
                  </a:schemeClr>
                </a:solidFill>
                <a:latin typeface="+mn-lt"/>
              </a:rPr>
              <a:t>Open New Worksheet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>
                    <a:lumMod val="85000"/>
                  </a:schemeClr>
                </a:solidFill>
                <a:latin typeface="+mn-lt"/>
              </a:rPr>
              <a:t>Drag </a:t>
            </a:r>
            <a:r>
              <a:rPr lang="en-US" sz="2800" b="1" dirty="0">
                <a:solidFill>
                  <a:schemeClr val="bg1">
                    <a:lumMod val="85000"/>
                  </a:schemeClr>
                </a:solidFill>
                <a:latin typeface="+mn-lt"/>
              </a:rPr>
              <a:t>Age-adjusted Death Rate </a:t>
            </a:r>
            <a:r>
              <a:rPr lang="en-US" sz="2800" dirty="0">
                <a:solidFill>
                  <a:schemeClr val="bg1">
                    <a:lumMod val="85000"/>
                  </a:schemeClr>
                </a:solidFill>
                <a:latin typeface="+mn-lt"/>
              </a:rPr>
              <a:t>to columns shelf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>
                    <a:lumMod val="85000"/>
                  </a:schemeClr>
                </a:solidFill>
                <a:latin typeface="+mn-lt"/>
              </a:rPr>
              <a:t>Drag </a:t>
            </a:r>
            <a:r>
              <a:rPr lang="en-US" sz="2800" b="1" dirty="0">
                <a:solidFill>
                  <a:schemeClr val="bg1">
                    <a:lumMod val="85000"/>
                  </a:schemeClr>
                </a:solidFill>
                <a:latin typeface="+mn-lt"/>
              </a:rPr>
              <a:t>Life Expectancy </a:t>
            </a:r>
            <a:r>
              <a:rPr lang="en-US" sz="2800" dirty="0">
                <a:solidFill>
                  <a:schemeClr val="bg1">
                    <a:lumMod val="85000"/>
                  </a:schemeClr>
                </a:solidFill>
                <a:latin typeface="+mn-lt"/>
              </a:rPr>
              <a:t>to Rows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+mn-lt"/>
              </a:rPr>
              <a:t>Drag </a:t>
            </a:r>
            <a:r>
              <a:rPr lang="en-US" sz="2800" b="1" dirty="0">
                <a:latin typeface="+mn-lt"/>
              </a:rPr>
              <a:t>Sex</a:t>
            </a:r>
            <a:r>
              <a:rPr lang="en-US" sz="2800" dirty="0">
                <a:latin typeface="+mn-lt"/>
              </a:rPr>
              <a:t> onto Color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6913887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710057" y="222919"/>
            <a:ext cx="13269093" cy="577081"/>
          </a:xfrm>
          <a:prstGeom prst="rect">
            <a:avLst/>
          </a:prstGeom>
        </p:spPr>
        <p:txBody>
          <a:bodyPr/>
          <a:lstStyle/>
          <a:p>
            <a:pPr defTabSz="1306221" fontAlgn="auto">
              <a:lnSpc>
                <a:spcPct val="80000"/>
              </a:lnSpc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>
                <a:ea typeface="+mn-ea"/>
              </a:rPr>
              <a:t>Scatterplot Example</a:t>
            </a:r>
          </a:p>
        </p:txBody>
      </p:sp>
      <p:pic>
        <p:nvPicPr>
          <p:cNvPr id="3" name="Picture 2" descr="A screenshot of a map&#10;&#10;Description automatically generated">
            <a:extLst>
              <a:ext uri="{FF2B5EF4-FFF2-40B4-BE49-F238E27FC236}">
                <a16:creationId xmlns:a16="http://schemas.microsoft.com/office/drawing/2014/main" id="{1A8B92C8-E8E6-45FD-A1C0-8324A993C1ED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182744" y="800000"/>
            <a:ext cx="9056913" cy="6104949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E1B7FD1-E0F0-4690-A902-30AE4F94D682}"/>
              </a:ext>
            </a:extLst>
          </p:cNvPr>
          <p:cNvSpPr txBox="1"/>
          <p:nvPr/>
        </p:nvSpPr>
        <p:spPr>
          <a:xfrm>
            <a:off x="435428" y="1335312"/>
            <a:ext cx="4470401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>
                    <a:lumMod val="85000"/>
                  </a:schemeClr>
                </a:solidFill>
                <a:latin typeface="+mn-lt"/>
              </a:rPr>
              <a:t>Open New Worksheet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>
                    <a:lumMod val="85000"/>
                  </a:schemeClr>
                </a:solidFill>
                <a:latin typeface="+mn-lt"/>
              </a:rPr>
              <a:t>Drag </a:t>
            </a:r>
            <a:r>
              <a:rPr lang="en-US" sz="2800" b="1" dirty="0">
                <a:solidFill>
                  <a:schemeClr val="bg1">
                    <a:lumMod val="85000"/>
                  </a:schemeClr>
                </a:solidFill>
                <a:latin typeface="+mn-lt"/>
              </a:rPr>
              <a:t>Age-adjusted Death Rate </a:t>
            </a:r>
            <a:r>
              <a:rPr lang="en-US" sz="2800" dirty="0">
                <a:solidFill>
                  <a:schemeClr val="bg1">
                    <a:lumMod val="85000"/>
                  </a:schemeClr>
                </a:solidFill>
                <a:latin typeface="+mn-lt"/>
              </a:rPr>
              <a:t>to columns shelf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>
                    <a:lumMod val="85000"/>
                  </a:schemeClr>
                </a:solidFill>
                <a:latin typeface="+mn-lt"/>
              </a:rPr>
              <a:t>Drag </a:t>
            </a:r>
            <a:r>
              <a:rPr lang="en-US" sz="2800" b="1" dirty="0">
                <a:solidFill>
                  <a:schemeClr val="bg1">
                    <a:lumMod val="85000"/>
                  </a:schemeClr>
                </a:solidFill>
                <a:latin typeface="+mn-lt"/>
              </a:rPr>
              <a:t>Life Expectancy </a:t>
            </a:r>
            <a:r>
              <a:rPr lang="en-US" sz="2800" dirty="0">
                <a:solidFill>
                  <a:schemeClr val="bg1">
                    <a:lumMod val="85000"/>
                  </a:schemeClr>
                </a:solidFill>
                <a:latin typeface="+mn-lt"/>
              </a:rPr>
              <a:t>to Rows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>
                    <a:lumMod val="85000"/>
                  </a:schemeClr>
                </a:solidFill>
                <a:latin typeface="+mn-lt"/>
              </a:rPr>
              <a:t>Drag </a:t>
            </a:r>
            <a:r>
              <a:rPr lang="en-US" sz="2800" b="1" dirty="0">
                <a:solidFill>
                  <a:schemeClr val="bg1">
                    <a:lumMod val="85000"/>
                  </a:schemeClr>
                </a:solidFill>
                <a:latin typeface="+mn-lt"/>
              </a:rPr>
              <a:t>Sex</a:t>
            </a:r>
            <a:r>
              <a:rPr lang="en-US" sz="2800" dirty="0">
                <a:solidFill>
                  <a:schemeClr val="bg1">
                    <a:lumMod val="85000"/>
                  </a:schemeClr>
                </a:solidFill>
                <a:latin typeface="+mn-lt"/>
              </a:rPr>
              <a:t> onto Color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+mn-lt"/>
              </a:rPr>
              <a:t>Drag </a:t>
            </a:r>
            <a:r>
              <a:rPr lang="en-US" sz="2800" b="1" dirty="0">
                <a:latin typeface="+mn-lt"/>
              </a:rPr>
              <a:t>Year</a:t>
            </a:r>
            <a:r>
              <a:rPr lang="en-US" sz="2800" dirty="0">
                <a:latin typeface="+mn-lt"/>
              </a:rPr>
              <a:t> onto Detail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7068780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710057" y="222919"/>
            <a:ext cx="13269093" cy="577081"/>
          </a:xfrm>
          <a:prstGeom prst="rect">
            <a:avLst/>
          </a:prstGeom>
        </p:spPr>
        <p:txBody>
          <a:bodyPr/>
          <a:lstStyle/>
          <a:p>
            <a:pPr defTabSz="1306221" fontAlgn="auto">
              <a:lnSpc>
                <a:spcPct val="80000"/>
              </a:lnSpc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>
                <a:ea typeface="+mn-ea"/>
              </a:rPr>
              <a:t>Scatterplot Example-Disaggregate </a:t>
            </a:r>
          </a:p>
        </p:txBody>
      </p:sp>
      <p:pic>
        <p:nvPicPr>
          <p:cNvPr id="3" name="Picture 2" descr="A close up of a map&#10;&#10;Description automatically generated">
            <a:extLst>
              <a:ext uri="{FF2B5EF4-FFF2-40B4-BE49-F238E27FC236}">
                <a16:creationId xmlns:a16="http://schemas.microsoft.com/office/drawing/2014/main" id="{DE1502A1-8C83-4AFD-AAD2-DA45291345E8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636760" y="986970"/>
            <a:ext cx="6745411" cy="6094741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8290987-0A67-4FE7-B387-5AF9E7B4957C}"/>
              </a:ext>
            </a:extLst>
          </p:cNvPr>
          <p:cNvSpPr txBox="1"/>
          <p:nvPr/>
        </p:nvSpPr>
        <p:spPr>
          <a:xfrm>
            <a:off x="377371" y="1004452"/>
            <a:ext cx="5529943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+mn-lt"/>
              </a:rPr>
              <a:t>Undo two steps to the view with one mark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+mn-lt"/>
              </a:rPr>
              <a:t>Click Analysis menu and uncheck Aggregate Measures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8727591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  <p:extLst>
      <p:ext uri="{BB962C8B-B14F-4D97-AF65-F5344CB8AC3E}">
        <p14:creationId xmlns:p14="http://schemas.microsoft.com/office/powerpoint/2010/main" val="282969511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COUNT" val="24"/>
  <p:tag name="ARTICULATE_PROJECT_OPEN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PPT_Corporate_Template_BentonSans_16.9_c">
  <a:themeElements>
    <a:clrScheme name="Custom 8">
      <a:dk1>
        <a:srgbClr val="666666"/>
      </a:dk1>
      <a:lt1>
        <a:sysClr val="window" lastClr="FFFFFF"/>
      </a:lt1>
      <a:dk2>
        <a:srgbClr val="5B6591"/>
      </a:dk2>
      <a:lt2>
        <a:srgbClr val="FFFFFF"/>
      </a:lt2>
      <a:accent1>
        <a:srgbClr val="1F447D"/>
      </a:accent1>
      <a:accent2>
        <a:srgbClr val="E8762C"/>
      </a:accent2>
      <a:accent3>
        <a:srgbClr val="7099A6"/>
      </a:accent3>
      <a:accent4>
        <a:srgbClr val="59879B"/>
      </a:accent4>
      <a:accent5>
        <a:srgbClr val="4C4C4C"/>
      </a:accent5>
      <a:accent6>
        <a:srgbClr val="C72035"/>
      </a:accent6>
      <a:hlink>
        <a:srgbClr val="EB912C"/>
      </a:hlink>
      <a:folHlink>
        <a:srgbClr val="969696"/>
      </a:folHlink>
    </a:clrScheme>
    <a:fontScheme name="Tableau Corporate Fonts">
      <a:majorFont>
        <a:latin typeface="BentonSans Book"/>
        <a:ea typeface=""/>
        <a:cs typeface=""/>
      </a:majorFont>
      <a:minorFont>
        <a:latin typeface="Merriweather Light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tx1">
            <a:lumMod val="60000"/>
            <a:lumOff val="40000"/>
          </a:schemeClr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 cmpd="sng">
          <a:solidFill>
            <a:schemeClr val="bg1">
              <a:lumMod val="75000"/>
            </a:schemeClr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PPT_Corporate_Template_BentonSans_16.9_c (1)</Template>
  <TotalTime>0</TotalTime>
  <Words>427</Words>
  <Application>Microsoft Office PowerPoint</Application>
  <PresentationFormat>Custom</PresentationFormat>
  <Paragraphs>69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9" baseType="lpstr">
      <vt:lpstr>ＭＳ Ｐゴシック</vt:lpstr>
      <vt:lpstr>Arial</vt:lpstr>
      <vt:lpstr>BentonSans Book</vt:lpstr>
      <vt:lpstr>Gill Sans MT</vt:lpstr>
      <vt:lpstr>Merriweather Light</vt:lpstr>
      <vt:lpstr>PPT_Corporate_Template_BentonSans_16.9_c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/>
  <cp:revision>1</cp:revision>
  <dcterms:created xsi:type="dcterms:W3CDTF">2021-11-12T18:58:47Z</dcterms:created>
  <dcterms:modified xsi:type="dcterms:W3CDTF">2021-11-12T18:58:54Z</dcterms:modified>
  <cp:category/>
</cp:coreProperties>
</file>